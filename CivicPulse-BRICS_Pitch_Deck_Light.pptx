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10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s Singh" userId="58a414ff1ad2c8c5" providerId="LiveId" clId="{DFD62CD7-C182-471F-AA51-D706BC598118}"/>
    <pc:docChg chg="modSld">
      <pc:chgData name="Paras Singh" userId="58a414ff1ad2c8c5" providerId="LiveId" clId="{DFD62CD7-C182-471F-AA51-D706BC598118}" dt="2026-09-26T12:22:24.300" v="185" actId="1076"/>
      <pc:docMkLst>
        <pc:docMk/>
      </pc:docMkLst>
      <pc:sldChg chg="addSp modSp mod">
        <pc:chgData name="Paras Singh" userId="58a414ff1ad2c8c5" providerId="LiveId" clId="{DFD62CD7-C182-471F-AA51-D706BC598118}" dt="2026-09-26T12:14:46.568" v="157" actId="1076"/>
        <pc:sldMkLst>
          <pc:docMk/>
          <pc:sldMk cId="0" sldId="256"/>
        </pc:sldMkLst>
        <pc:spChg chg="mod">
          <ac:chgData name="Paras Singh" userId="58a414ff1ad2c8c5" providerId="LiveId" clId="{DFD62CD7-C182-471F-AA51-D706BC598118}" dt="2026-09-26T12:14:34.786" v="156" actId="14100"/>
          <ac:spMkLst>
            <pc:docMk/>
            <pc:sldMk cId="0" sldId="256"/>
            <ac:spMk id="3" creationId="{00000000-0000-0000-0000-000000000000}"/>
          </ac:spMkLst>
        </pc:spChg>
        <pc:picChg chg="mod">
          <ac:chgData name="Paras Singh" userId="58a414ff1ad2c8c5" providerId="LiveId" clId="{DFD62CD7-C182-471F-AA51-D706BC598118}" dt="2026-09-26T12:14:46.568" v="157" actId="1076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Paras Singh" userId="58a414ff1ad2c8c5" providerId="LiveId" clId="{DFD62CD7-C182-471F-AA51-D706BC598118}" dt="2026-09-26T12:13:53.853" v="149" actId="14100"/>
          <ac:picMkLst>
            <pc:docMk/>
            <pc:sldMk cId="0" sldId="256"/>
            <ac:picMk id="5" creationId="{1A41E5EC-1692-8B6C-72A2-CDA95EC2F392}"/>
          </ac:picMkLst>
        </pc:picChg>
        <pc:picChg chg="add mod">
          <ac:chgData name="Paras Singh" userId="58a414ff1ad2c8c5" providerId="LiveId" clId="{DFD62CD7-C182-471F-AA51-D706BC598118}" dt="2026-09-26T12:13:58.769" v="151" actId="14100"/>
          <ac:picMkLst>
            <pc:docMk/>
            <pc:sldMk cId="0" sldId="256"/>
            <ac:picMk id="7" creationId="{21B629C2-0A9F-E1C6-B5E3-E98E71A338DA}"/>
          </ac:picMkLst>
        </pc:picChg>
        <pc:picChg chg="add mod">
          <ac:chgData name="Paras Singh" userId="58a414ff1ad2c8c5" providerId="LiveId" clId="{DFD62CD7-C182-471F-AA51-D706BC598118}" dt="2026-09-26T12:14:07.563" v="153" actId="1076"/>
          <ac:picMkLst>
            <pc:docMk/>
            <pc:sldMk cId="0" sldId="256"/>
            <ac:picMk id="9" creationId="{2D119F55-27C2-DEEE-0C73-AC6232BDBF5D}"/>
          </ac:picMkLst>
        </pc:picChg>
      </pc:sldChg>
      <pc:sldChg chg="modSp mod">
        <pc:chgData name="Paras Singh" userId="58a414ff1ad2c8c5" providerId="LiveId" clId="{DFD62CD7-C182-471F-AA51-D706BC598118}" dt="2026-09-26T11:55:33.424" v="16" actId="14100"/>
        <pc:sldMkLst>
          <pc:docMk/>
          <pc:sldMk cId="0" sldId="257"/>
        </pc:sldMkLst>
        <pc:spChg chg="mod">
          <ac:chgData name="Paras Singh" userId="58a414ff1ad2c8c5" providerId="LiveId" clId="{DFD62CD7-C182-471F-AA51-D706BC598118}" dt="2026-09-26T11:54:34.052" v="4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5:00.993" v="8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5:18.672" v="12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5:33.424" v="16" actId="14100"/>
          <ac:spMkLst>
            <pc:docMk/>
            <pc:sldMk cId="0" sldId="257"/>
            <ac:spMk id="16" creationId="{00000000-0000-0000-0000-000000000000}"/>
          </ac:spMkLst>
        </pc:spChg>
      </pc:sldChg>
      <pc:sldChg chg="addSp modSp mod">
        <pc:chgData name="Paras Singh" userId="58a414ff1ad2c8c5" providerId="LiveId" clId="{DFD62CD7-C182-471F-AA51-D706BC598118}" dt="2026-09-26T12:18:36.409" v="168" actId="1076"/>
        <pc:sldMkLst>
          <pc:docMk/>
          <pc:sldMk cId="0" sldId="258"/>
        </pc:sldMkLst>
        <pc:spChg chg="mod">
          <ac:chgData name="Paras Singh" userId="58a414ff1ad2c8c5" providerId="LiveId" clId="{DFD62CD7-C182-471F-AA51-D706BC598118}" dt="2026-09-26T11:55:57.065" v="20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6:15.486" v="24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6:33.208" v="28" actId="14100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Paras Singh" userId="58a414ff1ad2c8c5" providerId="LiveId" clId="{DFD62CD7-C182-471F-AA51-D706BC598118}" dt="2026-09-26T11:56:37.336" v="30" actId="1037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Paras Singh" userId="58a414ff1ad2c8c5" providerId="LiveId" clId="{DFD62CD7-C182-471F-AA51-D706BC598118}" dt="2026-09-26T12:16:54.362" v="161" actId="1076"/>
          <ac:picMkLst>
            <pc:docMk/>
            <pc:sldMk cId="0" sldId="258"/>
            <ac:picMk id="16" creationId="{C04131FE-FCCD-1C10-E62F-BE522063AABC}"/>
          </ac:picMkLst>
        </pc:picChg>
        <pc:picChg chg="add mod">
          <ac:chgData name="Paras Singh" userId="58a414ff1ad2c8c5" providerId="LiveId" clId="{DFD62CD7-C182-471F-AA51-D706BC598118}" dt="2026-09-26T12:18:36.409" v="168" actId="1076"/>
          <ac:picMkLst>
            <pc:docMk/>
            <pc:sldMk cId="0" sldId="258"/>
            <ac:picMk id="18" creationId="{6174CD23-22F3-57A6-3035-874EF8CA823A}"/>
          </ac:picMkLst>
        </pc:picChg>
      </pc:sldChg>
      <pc:sldChg chg="addSp modSp mod">
        <pc:chgData name="Paras Singh" userId="58a414ff1ad2c8c5" providerId="LiveId" clId="{DFD62CD7-C182-471F-AA51-D706BC598118}" dt="2026-09-26T12:22:24.300" v="185" actId="1076"/>
        <pc:sldMkLst>
          <pc:docMk/>
          <pc:sldMk cId="0" sldId="259"/>
        </pc:sldMkLst>
        <pc:spChg chg="mod">
          <ac:chgData name="Paras Singh" userId="58a414ff1ad2c8c5" providerId="LiveId" clId="{DFD62CD7-C182-471F-AA51-D706BC598118}" dt="2026-09-26T11:56:58.335" v="34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7:11.626" v="38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19:06.167" v="169" actId="14100"/>
          <ac:spMkLst>
            <pc:docMk/>
            <pc:sldMk cId="0" sldId="259"/>
            <ac:spMk id="11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22:24.300" v="185" actId="1076"/>
          <ac:picMkLst>
            <pc:docMk/>
            <pc:sldMk cId="0" sldId="259"/>
            <ac:picMk id="13" creationId="{D52E10C4-3477-CC09-3447-3720FF02E4DE}"/>
          </ac:picMkLst>
        </pc:picChg>
        <pc:picChg chg="add mod">
          <ac:chgData name="Paras Singh" userId="58a414ff1ad2c8c5" providerId="LiveId" clId="{DFD62CD7-C182-471F-AA51-D706BC598118}" dt="2026-09-26T12:22:19.923" v="184" actId="1076"/>
          <ac:picMkLst>
            <pc:docMk/>
            <pc:sldMk cId="0" sldId="259"/>
            <ac:picMk id="15" creationId="{376A08B0-7B6E-E0E6-CD3C-375F9441047E}"/>
          </ac:picMkLst>
        </pc:picChg>
      </pc:sldChg>
      <pc:sldChg chg="modSp mod">
        <pc:chgData name="Paras Singh" userId="58a414ff1ad2c8c5" providerId="LiveId" clId="{DFD62CD7-C182-471F-AA51-D706BC598118}" dt="2026-09-26T11:58:06.781" v="50" actId="14100"/>
        <pc:sldMkLst>
          <pc:docMk/>
          <pc:sldMk cId="0" sldId="260"/>
        </pc:sldMkLst>
        <pc:spChg chg="mod">
          <ac:chgData name="Paras Singh" userId="58a414ff1ad2c8c5" providerId="LiveId" clId="{DFD62CD7-C182-471F-AA51-D706BC598118}" dt="2026-09-26T11:57:37.135" v="42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7:55.386" v="46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8:06.781" v="50" actId="14100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Paras Singh" userId="58a414ff1ad2c8c5" providerId="LiveId" clId="{DFD62CD7-C182-471F-AA51-D706BC598118}" dt="2026-09-26T11:58:34.035" v="54" actId="14100"/>
        <pc:sldMkLst>
          <pc:docMk/>
          <pc:sldMk cId="0" sldId="261"/>
        </pc:sldMkLst>
        <pc:spChg chg="mod">
          <ac:chgData name="Paras Singh" userId="58a414ff1ad2c8c5" providerId="LiveId" clId="{DFD62CD7-C182-471F-AA51-D706BC598118}" dt="2026-09-26T11:58:34.035" v="54" actId="14100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Paras Singh" userId="58a414ff1ad2c8c5" providerId="LiveId" clId="{DFD62CD7-C182-471F-AA51-D706BC598118}" dt="2026-09-26T11:58:55.840" v="58" actId="14100"/>
        <pc:sldMkLst>
          <pc:docMk/>
          <pc:sldMk cId="0" sldId="262"/>
        </pc:sldMkLst>
        <pc:spChg chg="mod">
          <ac:chgData name="Paras Singh" userId="58a414ff1ad2c8c5" providerId="LiveId" clId="{DFD62CD7-C182-471F-AA51-D706BC598118}" dt="2026-09-26T11:58:55.840" v="58" actId="14100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mod">
        <pc:chgData name="Paras Singh" userId="58a414ff1ad2c8c5" providerId="LiveId" clId="{DFD62CD7-C182-471F-AA51-D706BC598118}" dt="2026-09-26T12:03:37.385" v="98" actId="1076"/>
        <pc:sldMkLst>
          <pc:docMk/>
          <pc:sldMk cId="0" sldId="263"/>
        </pc:sldMkLst>
        <pc:spChg chg="mod">
          <ac:chgData name="Paras Singh" userId="58a414ff1ad2c8c5" providerId="LiveId" clId="{DFD62CD7-C182-471F-AA51-D706BC598118}" dt="2026-09-26T12:03:26.497" v="97" actId="14100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Paras Singh" userId="58a414ff1ad2c8c5" providerId="LiveId" clId="{DFD62CD7-C182-471F-AA51-D706BC598118}" dt="2026-09-26T12:02:52.756" v="93"/>
          <ac:spMkLst>
            <pc:docMk/>
            <pc:sldMk cId="0" sldId="263"/>
            <ac:spMk id="7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03:37.385" v="98" actId="1076"/>
          <ac:picMkLst>
            <pc:docMk/>
            <pc:sldMk cId="0" sldId="263"/>
            <ac:picMk id="9" creationId="{DD897CA6-80A1-7296-B98C-16951D62E3A5}"/>
          </ac:picMkLst>
        </pc:picChg>
      </pc:sldChg>
      <pc:sldChg chg="addSp delSp modSp mod">
        <pc:chgData name="Paras Singh" userId="58a414ff1ad2c8c5" providerId="LiveId" clId="{DFD62CD7-C182-471F-AA51-D706BC598118}" dt="2026-09-26T12:06:37.244" v="114"/>
        <pc:sldMkLst>
          <pc:docMk/>
          <pc:sldMk cId="0" sldId="264"/>
        </pc:sldMkLst>
        <pc:spChg chg="mod">
          <ac:chgData name="Paras Singh" userId="58a414ff1ad2c8c5" providerId="LiveId" clId="{DFD62CD7-C182-471F-AA51-D706BC598118}" dt="2026-09-26T12:06:35.746" v="112" actId="14100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Paras Singh" userId="58a414ff1ad2c8c5" providerId="LiveId" clId="{DFD62CD7-C182-471F-AA51-D706BC598118}" dt="2026-09-26T12:06:37.244" v="114"/>
          <ac:spMkLst>
            <pc:docMk/>
            <pc:sldMk cId="0" sldId="264"/>
            <ac:spMk id="7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06:08.813" v="107" actId="1076"/>
          <ac:picMkLst>
            <pc:docMk/>
            <pc:sldMk cId="0" sldId="264"/>
            <ac:picMk id="9" creationId="{983657D5-85FF-E7BA-147D-1F07574FDBD5}"/>
          </ac:picMkLst>
        </pc:picChg>
      </pc:sldChg>
      <pc:sldChg chg="addSp delSp modSp mod">
        <pc:chgData name="Paras Singh" userId="58a414ff1ad2c8c5" providerId="LiveId" clId="{DFD62CD7-C182-471F-AA51-D706BC598118}" dt="2026-09-26T12:08:33.122" v="128" actId="1076"/>
        <pc:sldMkLst>
          <pc:docMk/>
          <pc:sldMk cId="0" sldId="265"/>
        </pc:sldMkLst>
        <pc:spChg chg="mod">
          <ac:chgData name="Paras Singh" userId="58a414ff1ad2c8c5" providerId="LiveId" clId="{DFD62CD7-C182-471F-AA51-D706BC598118}" dt="2026-09-26T12:08:26.788" v="127" actId="14100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Paras Singh" userId="58a414ff1ad2c8c5" providerId="LiveId" clId="{DFD62CD7-C182-471F-AA51-D706BC598118}" dt="2026-09-26T12:08:02.342" v="123"/>
          <ac:spMkLst>
            <pc:docMk/>
            <pc:sldMk cId="0" sldId="265"/>
            <ac:spMk id="7" creationId="{00000000-0000-0000-0000-000000000000}"/>
          </ac:spMkLst>
        </pc:spChg>
        <pc:picChg chg="add mod">
          <ac:chgData name="Paras Singh" userId="58a414ff1ad2c8c5" providerId="LiveId" clId="{DFD62CD7-C182-471F-AA51-D706BC598118}" dt="2026-09-26T12:08:33.122" v="128" actId="1076"/>
          <ac:picMkLst>
            <pc:docMk/>
            <pc:sldMk cId="0" sldId="265"/>
            <ac:picMk id="9" creationId="{DC0CCB41-AEF3-5AB5-40B8-9FE6B84B8228}"/>
          </ac:picMkLst>
        </pc:picChg>
      </pc:sldChg>
      <pc:sldChg chg="modSp mod">
        <pc:chgData name="Paras Singh" userId="58a414ff1ad2c8c5" providerId="LiveId" clId="{DFD62CD7-C182-471F-AA51-D706BC598118}" dt="2026-09-26T11:59:49.406" v="66" actId="14100"/>
        <pc:sldMkLst>
          <pc:docMk/>
          <pc:sldMk cId="0" sldId="266"/>
        </pc:sldMkLst>
        <pc:spChg chg="mod">
          <ac:chgData name="Paras Singh" userId="58a414ff1ad2c8c5" providerId="LiveId" clId="{DFD62CD7-C182-471F-AA51-D706BC598118}" dt="2026-09-26T11:59:32.759" v="62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Paras Singh" userId="58a414ff1ad2c8c5" providerId="LiveId" clId="{DFD62CD7-C182-471F-AA51-D706BC598118}" dt="2026-09-26T11:59:49.406" v="66" actId="14100"/>
          <ac:spMkLst>
            <pc:docMk/>
            <pc:sldMk cId="0" sldId="266"/>
            <ac:spMk id="10" creationId="{00000000-0000-0000-0000-000000000000}"/>
          </ac:spMkLst>
        </pc:spChg>
      </pc:sldChg>
      <pc:sldChg chg="modSp mod">
        <pc:chgData name="Paras Singh" userId="58a414ff1ad2c8c5" providerId="LiveId" clId="{DFD62CD7-C182-471F-AA51-D706BC598118}" dt="2026-09-26T12:00:54.462" v="84" actId="1038"/>
        <pc:sldMkLst>
          <pc:docMk/>
          <pc:sldMk cId="0" sldId="267"/>
        </pc:sldMkLst>
        <pc:spChg chg="mod">
          <ac:chgData name="Paras Singh" userId="58a414ff1ad2c8c5" providerId="LiveId" clId="{DFD62CD7-C182-471F-AA51-D706BC598118}" dt="2026-09-26T12:00:54.462" v="84" actId="1038"/>
          <ac:spMkLst>
            <pc:docMk/>
            <pc:sldMk cId="0" sldId="267"/>
            <ac:spMk id="3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10.298" v="70" actId="14100"/>
          <ac:spMkLst>
            <pc:docMk/>
            <pc:sldMk cId="0" sldId="267"/>
            <ac:spMk id="5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21.506" v="74" actId="14100"/>
          <ac:spMkLst>
            <pc:docMk/>
            <pc:sldMk cId="0" sldId="267"/>
            <ac:spMk id="8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36.530" v="78" actId="1410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Paras Singh" userId="58a414ff1ad2c8c5" providerId="LiveId" clId="{DFD62CD7-C182-471F-AA51-D706BC598118}" dt="2026-09-26T12:00:50.606" v="82" actId="14100"/>
          <ac:spMkLst>
            <pc:docMk/>
            <pc:sldMk cId="0" sldId="267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28" y="617220"/>
            <a:ext cx="5120640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2245271"/>
            <a:ext cx="859536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85F4"/>
                </a:solidFill>
                <a:latin typeface="Arial"/>
              </a:defRPr>
            </a:pPr>
            <a:r>
              <a:rPr dirty="0"/>
              <a:t>Build with AI: Code for Communities</a:t>
            </a:r>
          </a:p>
          <a:p>
            <a:pPr algn="ctr">
              <a:spcBef>
                <a:spcPts val="1000"/>
              </a:spcBef>
              <a:defRPr sz="5200" b="1">
                <a:solidFill>
                  <a:srgbClr val="202124"/>
                </a:solidFill>
                <a:latin typeface="Arial"/>
              </a:defRPr>
            </a:pPr>
            <a:r>
              <a:rPr dirty="0" err="1"/>
              <a:t>CivicPulse</a:t>
            </a:r>
            <a:r>
              <a:rPr dirty="0"/>
              <a:t>-BRICS</a:t>
            </a:r>
          </a:p>
          <a:p>
            <a:pPr algn="ctr">
              <a:spcBef>
                <a:spcPts val="1400"/>
              </a:spcBef>
              <a:defRPr sz="2000">
                <a:solidFill>
                  <a:srgbClr val="5F6368"/>
                </a:solidFill>
                <a:latin typeface="Arial"/>
              </a:defRPr>
            </a:pPr>
            <a:r>
              <a:rPr dirty="0"/>
              <a:t>AI-Powered Infrastructure Governance &amp; Citizen Triage</a:t>
            </a:r>
          </a:p>
          <a:p>
            <a:pPr algn="ctr">
              <a:spcBef>
                <a:spcPts val="3000"/>
              </a:spcBef>
              <a:defRPr sz="1600" b="1">
                <a:solidFill>
                  <a:srgbClr val="34A853"/>
                </a:solidFill>
                <a:latin typeface="Arial"/>
              </a:defRPr>
            </a:pPr>
            <a:r>
              <a:rPr dirty="0"/>
              <a:t>By Team Syntax Error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1E5EC-1692-8B6C-72A2-CDA95EC2F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30386"/>
            <a:ext cx="3396342" cy="211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B629C2-0A9F-E1C6-B5E3-E98E71A33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358358"/>
            <a:ext cx="3396342" cy="2122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19F55-27C2-DEEE-0C73-AC6232BDB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605122"/>
            <a:ext cx="3396342" cy="21224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Fragmented feedback &amp; blind spots in municipal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082800"/>
            <a:ext cx="137160" cy="134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Fragmented Citizen Reporting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Citizens have no unified, multilingual platform to report broken infrastructure (potholes, water lines). Reports get lost in bureaucracy.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798" y="2082800"/>
            <a:ext cx="137161" cy="1346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Manual Triage Bottlenecks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City planners receive unstructured text and unverified photos, lacking the resources to accurately prioritize critical hazards.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368800"/>
            <a:ext cx="137160" cy="134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4297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Misaligned Capital Spending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Budgets are allocated without correlating real-time citizen demand, leading to neglected hotspots and inefficient resource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4389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798" y="4368800"/>
            <a:ext cx="137162" cy="134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Language &amp; Accessibility Barriers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Diverse populations in BRICS nations are excluded from participatory budgeting due to language barriers and complex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The Solution: CivicPulse-BRICS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A sovereign Digital Public Good for infrastructure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768600"/>
            <a:ext cx="137160" cy="2192867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1. Multimodal Citizen App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Citizens can report issues using photos, voice notes, and GPS. Community demands can be upvoted for participatory budgeting.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3200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768600"/>
            <a:ext cx="137160" cy="2192867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2. AI Defect Triage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Our backend instantly analyzes uploaded photos and voice notes using AI to assess severity, defect type, and structural hazard.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200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2768600"/>
            <a:ext cx="137160" cy="2192867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3. Official Command Center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Provides city officials with an auto-prioritized repair queue, GIS heatmaps, and a CapEx budget misalignment matrix.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4131FE-FCCD-1C10-E62F-BE522063A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467" y="3865033"/>
            <a:ext cx="2878346" cy="1795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74CD23-22F3-57A6-3035-874EF8CA8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78" y="3863304"/>
            <a:ext cx="2878346" cy="17987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Our AI Approach (Google Gemini)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How we process unstructured citizen petitions into actionable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074333"/>
            <a:ext cx="137160" cy="12175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8961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Gemini Vision: Infrastructure Defect Analysis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When a citizen uploads a photo of broken infrastructure, we prompt Google Gemini to analyze the image. It returns a structured JSON assessing the defect category, severity score (1-10), and potential public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40480"/>
            <a:ext cx="9418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023360"/>
            <a:ext cx="137160" cy="12175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582168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rPr dirty="0"/>
              <a:t>Gemini Text: Multilingual Translation &amp; Policy Generation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rPr dirty="0"/>
              <a:t>We use AI to transcribe and translate local dialects into standard English for officials. Gemini is also used to generate strategic 'Mega Plans' by analyzing aggregated complaint data against municipal budgets.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2E10C4-3477-CC09-3447-3720FF02E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69" y="3847482"/>
            <a:ext cx="1177307" cy="1656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6A08B0-7B6E-E0E6-CD3C-375F94410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127" y="3847482"/>
            <a:ext cx="1280160" cy="1651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Who It Serves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Designed for the entire civic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137160" cy="2013373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Citizens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Empowers locals to report public infrastructure issues seamlessly in their native language and upvote community demands.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651760"/>
            <a:ext cx="137160" cy="2013373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Municipal Crews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Provides field teams with a prioritized, severity-ranked repair queue and direct Google Maps routing to incidents.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2651760"/>
            <a:ext cx="137160" cy="2013373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National Policymakers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Grants macro-level visibility into regional CapEx budget misalignment and generates high-level infrastructure investment directives.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App Feature: Citizen Gateway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What we built for the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137160" cy="2499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8961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Implemented Citizen Portal Features: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• GPS Auto-Detection: Instantly captures the precise location of the reported issue.</a:t>
            </a:r>
            <a:br/>
            <a:r>
              <a:t>• Multimodal Uploads: Citizens can upload photos of the defect and provide descriptions.</a:t>
            </a:r>
            <a:br/>
            <a:r>
              <a:t>• Community Demands Wall: A dedicated tab where citizens can propose and upvote macro-projects (e.g., new flyovers).</a:t>
            </a:r>
            <a:br/>
            <a:r>
              <a:t>• Live Tracking: A tracking hub to see if their submitted complaint is 'Under Review' or 'En Route'.</a:t>
            </a:r>
            <a:br/>
            <a:r>
              <a:t>• Themed UI: Fully responsive interface that works flawlessly on mobile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App Feature: City Official Command Center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What we built for government administrators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137160" cy="25247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8961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Implemented City Planner Features: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• Live Repair Queue: Automatically ingests citizen complaints and displays them with AI-assigned severity ratings.</a:t>
            </a:r>
            <a:br/>
            <a:r>
              <a:t>• CapEx Misalignment Matrix: A data table cross-referencing citizen demand volumes against planned municipal budgets.</a:t>
            </a:r>
            <a:br/>
            <a:r>
              <a:t>• Live Weather Telemetry: Integrated Open-Meteo API to display real-time weather conditions for the jurisdiction.</a:t>
            </a:r>
            <a:br/>
            <a:r>
              <a:t>• GIS Map Integration: Leaflet.js map integration for plotting incident coordinates.</a:t>
            </a:r>
            <a:br/>
            <a:r>
              <a:t>• Node Federation: Ability to toggle perspectives between different BRICS nations (India, Brazil, SA).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Demo: Citizen Gateway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Screenshot of the Multimodal Citizen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5400" y="1623060"/>
            <a:ext cx="7010400" cy="46177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897CA6-80A1-7296-B98C-16951D62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474" y="1868206"/>
            <a:ext cx="6604572" cy="4127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Demo: City Official Command Center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Screenshot of the AI Repair Queue &amp; GIS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31532" y="1623060"/>
            <a:ext cx="7103535" cy="44983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657D5-85FF-E7BA-147D-1F07574F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5" y="1831542"/>
            <a:ext cx="6590983" cy="41120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Demo: Sovereign Node Federation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Screenshot of Multi-Nation CapEx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6200" y="1600200"/>
            <a:ext cx="6985000" cy="46405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0CCB41-AEF3-5AB5-40B8-9FE6B84B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517" y="1863090"/>
            <a:ext cx="658436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Deployability &amp; How It Scales Across India</a:t>
            </a:r>
          </a:p>
          <a:p>
            <a:pPr>
              <a:spcBef>
                <a:spcPts val="400"/>
              </a:spcBef>
              <a:defRPr sz="1400">
                <a:solidFill>
                  <a:srgbClr val="4285F4"/>
                </a:solidFill>
                <a:latin typeface="Arial"/>
              </a:defRPr>
            </a:pPr>
            <a:r>
              <a:t>Ready for real-world municipal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368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387600"/>
            <a:ext cx="137160" cy="2523067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Technical Foundation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• Zero-Setup Backend: Built on standard Python with a lightweight SQLite database, requiring no complex infrastructure to run.</a:t>
            </a:r>
            <a:br/>
            <a:r>
              <a:t>• Container Ready: Includes a Dockerfile and cloudbuild.yaml for 1-click deployment to Google Cloud Run.</a:t>
            </a:r>
            <a:br/>
            <a:r>
              <a:t>• API-First: Designed with standard webhook endpoints to easily integrate with WhatsApp/Telegram bots in the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389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387600"/>
            <a:ext cx="137160" cy="2523067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Scaling Across India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• Localized Deployment: Any municipality can spin up their own 'node' of the system.</a:t>
            </a:r>
            <a:br/>
            <a:r>
              <a:t>• Low Latency AI: Uses Gemini Flash for instant triage of thousands of daily complaints.</a:t>
            </a:r>
            <a:br/>
            <a:r>
              <a:t>• Open Digital Public Good: Adheres to DPG principles, ensuring transparent data schemas that integrate with data.gov.in.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285F4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400" b="1">
                <a:solidFill>
                  <a:srgbClr val="202124"/>
                </a:solidFill>
                <a:latin typeface="Arial"/>
              </a:defRPr>
            </a:pPr>
            <a:r>
              <a:t>Team Syntax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3840478"/>
            <a:ext cx="137160" cy="1832189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Paras Singh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Team Lead &amp; Full-Stack</a:t>
            </a:r>
            <a:br/>
            <a:br/>
            <a:r>
              <a:t>Project concept, AI system design, and core platform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0" y="3840478"/>
            <a:ext cx="137160" cy="1832189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Aradhara Pal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Frontend &amp; UI/UX Designer</a:t>
            </a:r>
            <a:br/>
            <a:br/>
            <a:r>
              <a:t>Designed website layouts, mobile screens, and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3840478"/>
            <a:ext cx="137160" cy="1832189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Anshika Anand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Backend Developer</a:t>
            </a:r>
            <a:br/>
            <a:br/>
            <a:r>
              <a:t>Set up the server, database integration, and Render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47472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3840478"/>
            <a:ext cx="137160" cy="1832189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36576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rial"/>
              </a:defRPr>
            </a:pPr>
            <a:r>
              <a:t>Himanshi</a:t>
            </a:r>
          </a:p>
          <a:p>
            <a:pPr>
              <a:spcBef>
                <a:spcPts val="8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Product Research &amp; Testing</a:t>
            </a:r>
            <a:br/>
            <a:br/>
            <a:r>
              <a:t>Researched city budget data, tested user workflows,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876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Paras Singh</cp:lastModifiedBy>
  <cp:revision>1</cp:revision>
  <dcterms:created xsi:type="dcterms:W3CDTF">2013-01-27T09:14:16Z</dcterms:created>
  <dcterms:modified xsi:type="dcterms:W3CDTF">2026-09-26T12:22:29Z</dcterms:modified>
  <cp:category/>
</cp:coreProperties>
</file>