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BRICS INNOVATION THEME • TRACK 1 OFFICIAL SUBMISSION</a:t>
            </a:r>
          </a:p>
          <a:p>
            <a:pPr algn="ctr">
              <a:spcBef>
                <a:spcPts val="1200"/>
              </a:spcBef>
              <a:defRPr sz="4400" b="1">
                <a:solidFill>
                  <a:srgbClr val="FFFFFF"/>
                </a:solidFill>
                <a:latin typeface="Segoe UI"/>
              </a:defRPr>
            </a:pPr>
            <a:r>
              <a:t>⚡ CivicPulse-BRICS</a:t>
            </a:r>
          </a:p>
          <a:p>
            <a:pPr algn="ctr">
              <a:spcBef>
                <a:spcPts val="1600"/>
              </a:spcBef>
              <a:defRPr sz="1600">
                <a:solidFill>
                  <a:srgbClr val="9CA3AF"/>
                </a:solidFill>
                <a:latin typeface="Segoe UI"/>
              </a:defRPr>
            </a:pPr>
            <a:r>
              <a:t>AI for Digital Public Infrastructure (DPI) &amp; Governance: A Sovereign Multilingual AI Platform for Multichannel Citizen Petition Aggregation and CapEx Infrastructure Budget Realignment.</a:t>
            </a:r>
          </a:p>
          <a:p>
            <a:pPr algn="ctr">
              <a:spcBef>
                <a:spcPts val="2800"/>
              </a:spcBef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🇮🇳 India Node (Delhi NCR)   •   🇧🇷 Brazil Node (São Paulo)   •   🇿🇦 South Africa Node (Gauteng)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Cover &amp;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Problem: Governance &amp; CapEx Friction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Track 1 Challenge — Fragmented feedback &amp; misaligned capital investments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Fragmented Citizen Feedback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Citizen petitions &amp; development requests live in disconnected departmental channels, voice messages, and paper files with zero unified aggregation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Misaligned CapEx Spending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Millions in capital expenditure (CapEx) are allocated to low-demand projects while critical citizen infrastructure hotspots remain severely neglected.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Unaddressed Infrastructure Failures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Stormwater pipelines, failing power grids, and transit culverts remain unmonitored until catastrophic climate or urban emergencies strike.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Missing Demographic &amp; Risk Data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Lack of cross-analysis combining citizen petitions with population density census data, vulnerability indices, and live IMD meteorological risk vectors.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The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Solution: CivicPulse-BRICS Platform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A Sovereign Multilingual AI Platform &amp; Federated Digital Public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💬 01. Multichannel Gateway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Native voice notes, photo defect scans, and an automated WhatsApp &amp; Telegram bot webhook aggregating citizen petitions across diverse languages without requiring app installs.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📊 02. AI Budget Deficit Engine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Cross-analyzes weighted citizen demand against actual government CapEx budgets in real-time, surfacing severe spending deficits and misallocations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🤖 03. Gemini Policy Directives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Generates multi-crore capital budget reallocation directives and strategic national infrastructure megaplans for policymakers and ministers.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Core Solution Pillars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Who It Serves: Core Stakeholders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Empowering citizens, municipal field crews, central ministers, and BRICS 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🗣️ 1. Citizens &amp; Community Voice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File petitions in native languages via WhatsApp, Telegram, or Web. Voice-to-text translation and real-time status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🏙️ 2. City Municipal Repair Crews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Automated task queue prioritized by AI severity ratings (1-10) + 1-tap Google Maps turn-by-turn route dispatch for field trucks.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🏛️ 3. Central Ministries &amp; Policymakers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GIS Demand Hotspot Heatmaps, CapEx misalignment alerts, IMD weather risk vectors, and Gemini executive policy directives.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4. BRICS Sovereign Nations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Federated node architecture (India Delhi, Brazil São Paulo, South Africa Gauteng) with cross-border Digital Public Good asset sharing.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Stakeholders &amp;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AI Approach &amp; Multi-Agent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Powered by Google Gemini 2.5 Pro &amp; Flash multi-agent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Gemini Vision Defect Agent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Analyzes uploaded infrastructure photos, automatically classifying defect type, severity score (1-10), structural hazard rating, and priority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🎙️ Multilingual Speech &amp; Translation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Converts native voice notes in Hindi, Portuguese, or Zulu to text, translates to English, and generates audio synthesis with Google TTS.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📊 CapEx Budget Alignment Engine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Correlates citizen petition density with census demographics, weather risk vectors, and public investment plans to calculate budget misalignment.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🤖 Gemini Policy Directive Agent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Synthesizes executive policy recommendations and multi-million dollar CapEx budget reallocation proposals for national ministers.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AI Architecture &amp;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Citizen Voice &amp; DPI Gateway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Multilingual voice recorder, multimodal vision defect scanner &amp; weather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🚀 Citizen Gateway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Multimodal AI Vision Scanner: Photo defect classification &amp; 8.7/10 severity rating.</a:t>
            </a:r>
            <a:br/>
            <a:br/>
            <a:r>
              <a:t>• Multilingual Voice Petitions: Speech recorder with Hindi/English translation toggle.</a:t>
            </a:r>
            <a:br/>
            <a:br/>
            <a:r>
              <a:t>• WhatsApp &amp; Telegram Webhook: Instant bot petition filing without downloading apps.</a:t>
            </a:r>
            <a:br/>
            <a:br/>
            <a:r>
              <a:t>• Live IMD Weather Risk HUD: Real-time monsoon and flood risk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CITIZEN PORTAL &amp; DPI GATEWAY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http://localhost:8000/citizen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Voice Grievance Recorder with active wave audio visualizer &amp; Hindi/English toggle.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AI Multimodal Defect Scanner with uploaded road pothole image &amp; severity score (8.7/10).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WhatsApp &amp; Telegram bot webhook messaging simulator panel.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Live IMD Weather Risk HUD with monsoon/rainfall alert banners.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Citizen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City Operations &amp; Field Triage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Real-time repair queue, priority scoring &amp; Google Maps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🏙️ City Operations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Real-Time Repair Queue: Dynamic ranking by AI severity score (Critical 9.2/10).</a:t>
            </a:r>
            <a:br/>
            <a:br/>
            <a:r>
              <a:t>• Automated Crew Dispatch: Real-time status tracking for repair trucks (Truck-01 En Route).</a:t>
            </a:r>
            <a:br/>
            <a:br/>
            <a:r>
              <a:t>• Google Maps Field Routing: 1-Tap turn-by-turn route dispatch for municipal vehicles.</a:t>
            </a:r>
            <a:br/>
            <a:br/>
            <a:r>
              <a:t>• Operational Efficiency: Zero manual sorting overhead for field engineers.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CITY OPERATIONS &amp; FIELD TRIAGE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http://localhost:8000/city-official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Live City Repair Queue with prioritized task cards &amp; CRITICAL (9.2/10) badges.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Automated Field Crew Dispatch table showing repair truck status (Truck-01 En Route).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Interactive Google Maps Field Route preview with turn-by-turn navigation overlay.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City Official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National Ministry Command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GIS demand heatmap, CapEx misalignment matrix &amp; Gemini directives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🏛️ National Command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Spatial Demand Hotspots: Interactive Leaflet GIS map visualizing high citizen demand zones.</a:t>
            </a:r>
            <a:br/>
            <a:br/>
            <a:r>
              <a:t>• CapEx Misalignment Matrix: Flags severe budget deficits (88% demand vs 24% budget).</a:t>
            </a:r>
            <a:br/>
            <a:br/>
            <a:r>
              <a:t>• Gemini Policy Directives: Automated multi-crore capital budget reallocation proposals.</a:t>
            </a:r>
            <a:br/>
            <a:br/>
            <a:r>
              <a:t>• Public Investment Integration: Connects directly with national capital budgets.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NATIONAL MINISTRY COMMAND &amp; CAPEX MATRIX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http://localhost:8000/government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Interactive GIS Spatial Demand Heatmap over Delhi NCR coordinates.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CapEx Budget Misalignment Matrix comparing citizen demand index (88%) vs allocated budget (24%).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Google Gemini 2.5 Executive Directives detailing recommended budget shifts.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Government Command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BRICS Sovereign Minister Hub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Multi-nation federation nodes, Gemini megaplans &amp; UN SDG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BRICS Hub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Multi-Country Jurisdiction: Switch between India (Delhi), Brazil (São Paulo), and South Africa (Gauteng).</a:t>
            </a:r>
            <a:br/>
            <a:br/>
            <a:r>
              <a:t>• Strategic Megaplans: Automated generation of multi-million infrastructure overhauls ($45M CapEx).</a:t>
            </a:r>
            <a:br/>
            <a:br/>
            <a:r>
              <a:t>• UN SDG Telemetry: Live progress tracking against UN SDGs 9, 11, and 16.</a:t>
            </a:r>
            <a:br/>
            <a:br/>
            <a:r>
              <a:t>• Cross-Border Exchange: Federated DPG data sharing between BRICS 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BRICS SOVEREIGN MINISTER HUB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http://localhost:8000/central-official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Multi-nation jurisdiction node selector (India Delhi, Brazil São Paulo, South Africa Gauteng).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Google Gemini 2.5 Strategic Megaplans ($45M Drainage Infrastructure Overhaul).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UN SDG Alignment Telemetry (SDG 9, 11, 16 metrics) &amp; DPG Exchange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BRICS Sovereign 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Digital Public Good (DPG) &amp; Open Standards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Built for open governance, interoperability,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📜 OpenAPI 3.0 Webhook Specification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Fully compliant standard webhook endpoint (POST /api/v1/dpg/messaging-webhook) for instant integration with national messaging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🔒 Privacy &amp; Security by Design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Anonymized citizen telemetry and salted PBKDF2-HMAC-SHA256 password hashing. Zero persistent tracking of sensitive personal identities.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UN SDG Strategic Alignment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Directly contributes to UN SDG 9 (Industry &amp; Infrastructure), SDG 11 (Sustainable Cities), and SDG 16 (Peace, Justice &amp; Strong Institutions).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🔓 Open Data &amp; Interoperability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Exports structured JSON-LD schemas and GIS records compatible with open government portals like data.gov.in and dados.gov.br.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DPG Alliance Standards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Deployability, BRICS Scale &amp; Google Tech Stack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Cloud Run containerization, federated jurisdiction nodes &amp; Google Cloud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🇮🇳 India Node (Delhi NCR)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PM Gati Shakti spatial portal &amp; data.gov.in integration</a:t>
            </a:r>
            <a:br/>
            <a:r>
              <a:t>• Live IMD meteorological weather telemetry HUD</a:t>
            </a:r>
            <a:br/>
            <a:r>
              <a:t>• CapEx alignment with national ministry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🇧🇷 Brazil Node (São Paulo)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PAC (Programa de Aceleração do Crescimento) integration</a:t>
            </a:r>
            <a:br/>
            <a:r>
              <a:t>• Brazilian Open Data (dados.gov.br) &amp; Portuguese triage</a:t>
            </a:r>
            <a:br/>
            <a:r>
              <a:t>• Amazonian watershed flood &amp; vulnerability indices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🇿🇦 South Africa Node (Gauteng)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Municipal Infrastructure Grants (MIG) registry integration</a:t>
            </a:r>
            <a:br/>
            <a:r>
              <a:t>• Multilingual Zulu &amp; English speech triage agent</a:t>
            </a:r>
            <a:br/>
            <a:r>
              <a:t>• Township power grid &amp; water resilience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🤖 Gemini 2.5 AI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Google Gemini 2.5 Pro &amp; Flash multi-agent defect triage, voice translation, and strategic policy directives.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🗺️ Google Maps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Interactive spatial pinpointing &amp; 1-tap turn-by-turn routing for municipal repair trucks.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☁️ Cloud Run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Serverless containerized microservices running high-performance asynchronous Python ASGI 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88620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06908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⚡ BigQuery GIS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Spatial warehouse (POINT coordinates) for macro analysis + Firebase Cloud Firestore realtime sync.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BRICS Federation &amp; Google Tech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Thank You &amp; Team CivicPulse-BRICS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Sovereign Multilingual AI for Digital Public Infrastructure (DPI)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89920" cy="86868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🎉 Thank You!  •  Questions &amp; Technical Demo (Q&amp;A)</a:t>
            </a:r>
          </a:p>
          <a:p>
            <a:pPr>
              <a:spcBef>
                <a:spcPts val="3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🇮🇳 धन्यवाद   •   🇧🇷 Obrigado   •   🇿🇦 Siyabonga   •   Connecting Citizen Voice to Public Capital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2560320" cy="3291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👤 Paras Singh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Role: Lead Architect &amp; AI Systems</a:t>
            </a:r>
            <a:br/>
            <a:br/>
            <a:r>
              <a:t>• Full-Stack Platform Design</a:t>
            </a:r>
            <a:br/>
            <a:r>
              <a:t>• Gemini 2.5 Multi-Agent Core</a:t>
            </a:r>
            <a:br/>
            <a:r>
              <a:t>• WhatsApp/Telegram DPI Gateway</a:t>
            </a:r>
            <a:br/>
            <a:r>
              <a:t>• CapEx Budget Realignment</a:t>
            </a:r>
            <a:br/>
            <a:br/>
            <a:r>
              <a:t>GitHub: @ParasSingh29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514600"/>
            <a:ext cx="2560320" cy="3291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97480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🎨 Frontend &amp; UI/UX Lead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Role: UI/UX &amp; Multilingual Lead</a:t>
            </a:r>
            <a:br/>
            <a:br/>
            <a:r>
              <a:t>• Dark Glassmorphism Interface</a:t>
            </a:r>
            <a:br/>
            <a:r>
              <a:t>• Real-Time Voice Waveform HUD</a:t>
            </a:r>
            <a:br/>
            <a:r>
              <a:t>• 5-Language i18n Localization</a:t>
            </a:r>
            <a:br/>
            <a:r>
              <a:t>• Citizen &amp; Official Portals</a:t>
            </a:r>
            <a:br/>
            <a:br/>
            <a:r>
              <a:t>Frontend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14600"/>
            <a:ext cx="2560320" cy="3291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☁️ Cloud &amp; Data Lead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Role: Cloud Run &amp; Geospatial Engineer</a:t>
            </a:r>
            <a:br/>
            <a:br/>
            <a:r>
              <a:t>• Google Cloud Run Serverless</a:t>
            </a:r>
            <a:br/>
            <a:r>
              <a:t>• BigQuery GIS Spatial Analytics</a:t>
            </a:r>
            <a:br/>
            <a:r>
              <a:t>• OpenAPI 3.0 Webhook Pipelines</a:t>
            </a:r>
            <a:br/>
            <a:r>
              <a:t>• PBKDF2 Privacy Architecture</a:t>
            </a:r>
            <a:br/>
            <a:br/>
            <a:r>
              <a:t>Cloud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514600"/>
            <a:ext cx="2560320" cy="3291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697480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🌐 DPG &amp; Policy Lead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Role: DPG Standards &amp; SDG Analyst</a:t>
            </a:r>
            <a:br/>
            <a:br/>
            <a:r>
              <a:t>• DPGA Standards Compliance</a:t>
            </a:r>
            <a:br/>
            <a:r>
              <a:t>• UN SDG 9, 11, 16 Telemetry</a:t>
            </a:r>
            <a:br/>
            <a:r>
              <a:t>• Open Gov Data Schema Mapping</a:t>
            </a:r>
            <a:br/>
            <a:r>
              <a:t>• Multi-Country Jurisdiction Telemetry</a:t>
            </a:r>
            <a:br/>
            <a:br/>
            <a:r>
              <a:t>DPG &amp; SDG 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943600"/>
            <a:ext cx="10789920" cy="384048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618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  <a:latin typeface="Segoe UI"/>
              </a:defRPr>
            </a:pPr>
            <a:r>
              <a:t>🌐 Live Demo: http://localhost:8000   •   💻 GitHub: https://github.com/ParasSingh29/CivicPulse-BRICS   •   📜 Apache 2.0 Open Source DPG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Thank You • All Team Members 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