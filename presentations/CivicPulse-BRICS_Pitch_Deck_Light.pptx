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ras Singh" userId="58a414ff1ad2c8c5" providerId="LiveId" clId="{DFD62CD7-C182-471F-AA51-D706BC598118}"/>
    <pc:docChg chg="custSel modSld">
      <pc:chgData name="Paras Singh" userId="58a414ff1ad2c8c5" providerId="LiveId" clId="{DFD62CD7-C182-471F-AA51-D706BC598118}" dt="2026-09-26T12:51:15.716" v="264" actId="20577"/>
      <pc:docMkLst>
        <pc:docMk/>
      </pc:docMkLst>
      <pc:sldChg chg="addSp modSp mod">
        <pc:chgData name="Paras Singh" userId="58a414ff1ad2c8c5" providerId="LiveId" clId="{DFD62CD7-C182-471F-AA51-D706BC598118}" dt="2026-09-26T12:14:46.568" v="157" actId="1076"/>
        <pc:sldMkLst>
          <pc:docMk/>
          <pc:sldMk cId="0" sldId="256"/>
        </pc:sldMkLst>
        <pc:spChg chg="mod">
          <ac:chgData name="Paras Singh" userId="58a414ff1ad2c8c5" providerId="LiveId" clId="{DFD62CD7-C182-471F-AA51-D706BC598118}" dt="2026-09-26T12:14:34.786" v="156" actId="14100"/>
          <ac:spMkLst>
            <pc:docMk/>
            <pc:sldMk cId="0" sldId="256"/>
            <ac:spMk id="3" creationId="{00000000-0000-0000-0000-000000000000}"/>
          </ac:spMkLst>
        </pc:spChg>
        <pc:picChg chg="mod">
          <ac:chgData name="Paras Singh" userId="58a414ff1ad2c8c5" providerId="LiveId" clId="{DFD62CD7-C182-471F-AA51-D706BC598118}" dt="2026-09-26T12:14:46.568" v="157" actId="1076"/>
          <ac:picMkLst>
            <pc:docMk/>
            <pc:sldMk cId="0" sldId="256"/>
            <ac:picMk id="2" creationId="{00000000-0000-0000-0000-000000000000}"/>
          </ac:picMkLst>
        </pc:picChg>
        <pc:picChg chg="add mod">
          <ac:chgData name="Paras Singh" userId="58a414ff1ad2c8c5" providerId="LiveId" clId="{DFD62CD7-C182-471F-AA51-D706BC598118}" dt="2026-09-26T12:13:53.853" v="149" actId="14100"/>
          <ac:picMkLst>
            <pc:docMk/>
            <pc:sldMk cId="0" sldId="256"/>
            <ac:picMk id="5" creationId="{1A41E5EC-1692-8B6C-72A2-CDA95EC2F392}"/>
          </ac:picMkLst>
        </pc:picChg>
        <pc:picChg chg="add mod">
          <ac:chgData name="Paras Singh" userId="58a414ff1ad2c8c5" providerId="LiveId" clId="{DFD62CD7-C182-471F-AA51-D706BC598118}" dt="2026-09-26T12:13:58.769" v="151" actId="14100"/>
          <ac:picMkLst>
            <pc:docMk/>
            <pc:sldMk cId="0" sldId="256"/>
            <ac:picMk id="7" creationId="{21B629C2-0A9F-E1C6-B5E3-E98E71A338DA}"/>
          </ac:picMkLst>
        </pc:picChg>
        <pc:picChg chg="add mod">
          <ac:chgData name="Paras Singh" userId="58a414ff1ad2c8c5" providerId="LiveId" clId="{DFD62CD7-C182-471F-AA51-D706BC598118}" dt="2026-09-26T12:14:07.563" v="153" actId="1076"/>
          <ac:picMkLst>
            <pc:docMk/>
            <pc:sldMk cId="0" sldId="256"/>
            <ac:picMk id="9" creationId="{2D119F55-27C2-DEEE-0C73-AC6232BDBF5D}"/>
          </ac:picMkLst>
        </pc:picChg>
      </pc:sldChg>
      <pc:sldChg chg="modSp mod">
        <pc:chgData name="Paras Singh" userId="58a414ff1ad2c8c5" providerId="LiveId" clId="{DFD62CD7-C182-471F-AA51-D706BC598118}" dt="2026-09-26T11:55:33.424" v="16" actId="14100"/>
        <pc:sldMkLst>
          <pc:docMk/>
          <pc:sldMk cId="0" sldId="257"/>
        </pc:sldMkLst>
        <pc:spChg chg="mod">
          <ac:chgData name="Paras Singh" userId="58a414ff1ad2c8c5" providerId="LiveId" clId="{DFD62CD7-C182-471F-AA51-D706BC598118}" dt="2026-09-26T11:54:34.052" v="4" actId="14100"/>
          <ac:spMkLst>
            <pc:docMk/>
            <pc:sldMk cId="0" sldId="257"/>
            <ac:spMk id="7" creationId="{00000000-0000-0000-0000-000000000000}"/>
          </ac:spMkLst>
        </pc:spChg>
        <pc:spChg chg="mod">
          <ac:chgData name="Paras Singh" userId="58a414ff1ad2c8c5" providerId="LiveId" clId="{DFD62CD7-C182-471F-AA51-D706BC598118}" dt="2026-09-26T11:55:00.993" v="8" actId="14100"/>
          <ac:spMkLst>
            <pc:docMk/>
            <pc:sldMk cId="0" sldId="257"/>
            <ac:spMk id="10" creationId="{00000000-0000-0000-0000-000000000000}"/>
          </ac:spMkLst>
        </pc:spChg>
        <pc:spChg chg="mod">
          <ac:chgData name="Paras Singh" userId="58a414ff1ad2c8c5" providerId="LiveId" clId="{DFD62CD7-C182-471F-AA51-D706BC598118}" dt="2026-09-26T11:55:18.672" v="12" actId="14100"/>
          <ac:spMkLst>
            <pc:docMk/>
            <pc:sldMk cId="0" sldId="257"/>
            <ac:spMk id="13" creationId="{00000000-0000-0000-0000-000000000000}"/>
          </ac:spMkLst>
        </pc:spChg>
        <pc:spChg chg="mod">
          <ac:chgData name="Paras Singh" userId="58a414ff1ad2c8c5" providerId="LiveId" clId="{DFD62CD7-C182-471F-AA51-D706BC598118}" dt="2026-09-26T11:55:33.424" v="16" actId="14100"/>
          <ac:spMkLst>
            <pc:docMk/>
            <pc:sldMk cId="0" sldId="257"/>
            <ac:spMk id="16" creationId="{00000000-0000-0000-0000-000000000000}"/>
          </ac:spMkLst>
        </pc:spChg>
      </pc:sldChg>
      <pc:sldChg chg="addSp modSp mod">
        <pc:chgData name="Paras Singh" userId="58a414ff1ad2c8c5" providerId="LiveId" clId="{DFD62CD7-C182-471F-AA51-D706BC598118}" dt="2026-09-26T12:44:00.232" v="254" actId="1076"/>
        <pc:sldMkLst>
          <pc:docMk/>
          <pc:sldMk cId="0" sldId="258"/>
        </pc:sldMkLst>
        <pc:spChg chg="mod">
          <ac:chgData name="Paras Singh" userId="58a414ff1ad2c8c5" providerId="LiveId" clId="{DFD62CD7-C182-471F-AA51-D706BC598118}" dt="2026-09-26T12:42:38.844" v="243" actId="14100"/>
          <ac:spMkLst>
            <pc:docMk/>
            <pc:sldMk cId="0" sldId="258"/>
            <ac:spMk id="6" creationId="{00000000-0000-0000-0000-000000000000}"/>
          </ac:spMkLst>
        </pc:spChg>
        <pc:spChg chg="mod">
          <ac:chgData name="Paras Singh" userId="58a414ff1ad2c8c5" providerId="LiveId" clId="{DFD62CD7-C182-471F-AA51-D706BC598118}" dt="2026-09-26T11:55:57.065" v="20" actId="14100"/>
          <ac:spMkLst>
            <pc:docMk/>
            <pc:sldMk cId="0" sldId="258"/>
            <ac:spMk id="7" creationId="{00000000-0000-0000-0000-000000000000}"/>
          </ac:spMkLst>
        </pc:spChg>
        <pc:spChg chg="mod">
          <ac:chgData name="Paras Singh" userId="58a414ff1ad2c8c5" providerId="LiveId" clId="{DFD62CD7-C182-471F-AA51-D706BC598118}" dt="2026-09-26T12:42:45.504" v="244" actId="14100"/>
          <ac:spMkLst>
            <pc:docMk/>
            <pc:sldMk cId="0" sldId="258"/>
            <ac:spMk id="9" creationId="{00000000-0000-0000-0000-000000000000}"/>
          </ac:spMkLst>
        </pc:spChg>
        <pc:spChg chg="mod">
          <ac:chgData name="Paras Singh" userId="58a414ff1ad2c8c5" providerId="LiveId" clId="{DFD62CD7-C182-471F-AA51-D706BC598118}" dt="2026-09-26T11:56:15.486" v="24" actId="14100"/>
          <ac:spMkLst>
            <pc:docMk/>
            <pc:sldMk cId="0" sldId="258"/>
            <ac:spMk id="10" creationId="{00000000-0000-0000-0000-000000000000}"/>
          </ac:spMkLst>
        </pc:spChg>
        <pc:spChg chg="mod">
          <ac:chgData name="Paras Singh" userId="58a414ff1ad2c8c5" providerId="LiveId" clId="{DFD62CD7-C182-471F-AA51-D706BC598118}" dt="2026-09-26T12:42:53.244" v="245" actId="14100"/>
          <ac:spMkLst>
            <pc:docMk/>
            <pc:sldMk cId="0" sldId="258"/>
            <ac:spMk id="12" creationId="{00000000-0000-0000-0000-000000000000}"/>
          </ac:spMkLst>
        </pc:spChg>
        <pc:spChg chg="mod">
          <ac:chgData name="Paras Singh" userId="58a414ff1ad2c8c5" providerId="LiveId" clId="{DFD62CD7-C182-471F-AA51-D706BC598118}" dt="2026-09-26T11:56:33.208" v="28" actId="14100"/>
          <ac:spMkLst>
            <pc:docMk/>
            <pc:sldMk cId="0" sldId="258"/>
            <ac:spMk id="13" creationId="{00000000-0000-0000-0000-000000000000}"/>
          </ac:spMkLst>
        </pc:spChg>
        <pc:picChg chg="mod">
          <ac:chgData name="Paras Singh" userId="58a414ff1ad2c8c5" providerId="LiveId" clId="{DFD62CD7-C182-471F-AA51-D706BC598118}" dt="2026-09-26T11:56:37.336" v="30" actId="1037"/>
          <ac:picMkLst>
            <pc:docMk/>
            <pc:sldMk cId="0" sldId="258"/>
            <ac:picMk id="2" creationId="{00000000-0000-0000-0000-000000000000}"/>
          </ac:picMkLst>
        </pc:picChg>
        <pc:picChg chg="add mod">
          <ac:chgData name="Paras Singh" userId="58a414ff1ad2c8c5" providerId="LiveId" clId="{DFD62CD7-C182-471F-AA51-D706BC598118}" dt="2026-09-26T12:16:54.362" v="161" actId="1076"/>
          <ac:picMkLst>
            <pc:docMk/>
            <pc:sldMk cId="0" sldId="258"/>
            <ac:picMk id="16" creationId="{C04131FE-FCCD-1C10-E62F-BE522063AABC}"/>
          </ac:picMkLst>
        </pc:picChg>
        <pc:picChg chg="add mod">
          <ac:chgData name="Paras Singh" userId="58a414ff1ad2c8c5" providerId="LiveId" clId="{DFD62CD7-C182-471F-AA51-D706BC598118}" dt="2026-09-26T12:18:36.409" v="168" actId="1076"/>
          <ac:picMkLst>
            <pc:docMk/>
            <pc:sldMk cId="0" sldId="258"/>
            <ac:picMk id="18" creationId="{6174CD23-22F3-57A6-3035-874EF8CA823A}"/>
          </ac:picMkLst>
        </pc:picChg>
        <pc:picChg chg="add mod">
          <ac:chgData name="Paras Singh" userId="58a414ff1ad2c8c5" providerId="LiveId" clId="{DFD62CD7-C182-471F-AA51-D706BC598118}" dt="2026-09-26T12:43:54.209" v="253" actId="1076"/>
          <ac:picMkLst>
            <pc:docMk/>
            <pc:sldMk cId="0" sldId="258"/>
            <ac:picMk id="20" creationId="{1B17D39B-7750-269C-E354-AFDC45A7CC16}"/>
          </ac:picMkLst>
        </pc:picChg>
        <pc:picChg chg="add mod">
          <ac:chgData name="Paras Singh" userId="58a414ff1ad2c8c5" providerId="LiveId" clId="{DFD62CD7-C182-471F-AA51-D706BC598118}" dt="2026-09-26T12:44:00.232" v="254" actId="1076"/>
          <ac:picMkLst>
            <pc:docMk/>
            <pc:sldMk cId="0" sldId="258"/>
            <ac:picMk id="22" creationId="{F07E5F78-299F-3E21-EA01-CDFB361241F5}"/>
          </ac:picMkLst>
        </pc:picChg>
      </pc:sldChg>
      <pc:sldChg chg="addSp delSp modSp mod">
        <pc:chgData name="Paras Singh" userId="58a414ff1ad2c8c5" providerId="LiveId" clId="{DFD62CD7-C182-471F-AA51-D706BC598118}" dt="2026-09-26T12:44:21.048" v="256" actId="14100"/>
        <pc:sldMkLst>
          <pc:docMk/>
          <pc:sldMk cId="0" sldId="259"/>
        </pc:sldMkLst>
        <pc:spChg chg="mod">
          <ac:chgData name="Paras Singh" userId="58a414ff1ad2c8c5" providerId="LiveId" clId="{DFD62CD7-C182-471F-AA51-D706BC598118}" dt="2026-09-26T12:40:25.135" v="230" actId="14100"/>
          <ac:spMkLst>
            <pc:docMk/>
            <pc:sldMk cId="0" sldId="259"/>
            <ac:spMk id="6" creationId="{00000000-0000-0000-0000-000000000000}"/>
          </ac:spMkLst>
        </pc:spChg>
        <pc:spChg chg="mod">
          <ac:chgData name="Paras Singh" userId="58a414ff1ad2c8c5" providerId="LiveId" clId="{DFD62CD7-C182-471F-AA51-D706BC598118}" dt="2026-09-26T11:56:58.335" v="34" actId="14100"/>
          <ac:spMkLst>
            <pc:docMk/>
            <pc:sldMk cId="0" sldId="259"/>
            <ac:spMk id="7" creationId="{00000000-0000-0000-0000-000000000000}"/>
          </ac:spMkLst>
        </pc:spChg>
        <pc:spChg chg="mod">
          <ac:chgData name="Paras Singh" userId="58a414ff1ad2c8c5" providerId="LiveId" clId="{DFD62CD7-C182-471F-AA51-D706BC598118}" dt="2026-09-26T12:34:36.580" v="186" actId="14100"/>
          <ac:spMkLst>
            <pc:docMk/>
            <pc:sldMk cId="0" sldId="259"/>
            <ac:spMk id="8" creationId="{00000000-0000-0000-0000-000000000000}"/>
          </ac:spMkLst>
        </pc:spChg>
        <pc:spChg chg="mod">
          <ac:chgData name="Paras Singh" userId="58a414ff1ad2c8c5" providerId="LiveId" clId="{DFD62CD7-C182-471F-AA51-D706BC598118}" dt="2026-09-26T11:57:11.626" v="38" actId="14100"/>
          <ac:spMkLst>
            <pc:docMk/>
            <pc:sldMk cId="0" sldId="259"/>
            <ac:spMk id="10" creationId="{00000000-0000-0000-0000-000000000000}"/>
          </ac:spMkLst>
        </pc:spChg>
        <pc:spChg chg="mod">
          <ac:chgData name="Paras Singh" userId="58a414ff1ad2c8c5" providerId="LiveId" clId="{DFD62CD7-C182-471F-AA51-D706BC598118}" dt="2026-09-26T12:19:06.167" v="169" actId="14100"/>
          <ac:spMkLst>
            <pc:docMk/>
            <pc:sldMk cId="0" sldId="259"/>
            <ac:spMk id="11" creationId="{00000000-0000-0000-0000-000000000000}"/>
          </ac:spMkLst>
        </pc:spChg>
        <pc:picChg chg="add mod">
          <ac:chgData name="Paras Singh" userId="58a414ff1ad2c8c5" providerId="LiveId" clId="{DFD62CD7-C182-471F-AA51-D706BC598118}" dt="2026-09-26T12:22:24.300" v="185" actId="1076"/>
          <ac:picMkLst>
            <pc:docMk/>
            <pc:sldMk cId="0" sldId="259"/>
            <ac:picMk id="13" creationId="{D52E10C4-3477-CC09-3447-3720FF02E4DE}"/>
          </ac:picMkLst>
        </pc:picChg>
        <pc:picChg chg="add mod">
          <ac:chgData name="Paras Singh" userId="58a414ff1ad2c8c5" providerId="LiveId" clId="{DFD62CD7-C182-471F-AA51-D706BC598118}" dt="2026-09-26T12:22:19.923" v="184" actId="1076"/>
          <ac:picMkLst>
            <pc:docMk/>
            <pc:sldMk cId="0" sldId="259"/>
            <ac:picMk id="15" creationId="{376A08B0-7B6E-E0E6-CD3C-375F9441047E}"/>
          </ac:picMkLst>
        </pc:picChg>
        <pc:picChg chg="add del mod modCrop">
          <ac:chgData name="Paras Singh" userId="58a414ff1ad2c8c5" providerId="LiveId" clId="{DFD62CD7-C182-471F-AA51-D706BC598118}" dt="2026-09-26T12:37:07.050" v="206" actId="478"/>
          <ac:picMkLst>
            <pc:docMk/>
            <pc:sldMk cId="0" sldId="259"/>
            <ac:picMk id="17" creationId="{FC02B1CA-3A5C-4F11-AEE0-1A233140B8B1}"/>
          </ac:picMkLst>
        </pc:picChg>
        <pc:picChg chg="add del mod modCrop">
          <ac:chgData name="Paras Singh" userId="58a414ff1ad2c8c5" providerId="LiveId" clId="{DFD62CD7-C182-471F-AA51-D706BC598118}" dt="2026-09-26T12:38:49.819" v="217" actId="478"/>
          <ac:picMkLst>
            <pc:docMk/>
            <pc:sldMk cId="0" sldId="259"/>
            <ac:picMk id="19" creationId="{873C1B2C-BD64-B3F9-3B47-1937BF4E0FA8}"/>
          </ac:picMkLst>
        </pc:picChg>
        <pc:picChg chg="add del mod modCrop">
          <ac:chgData name="Paras Singh" userId="58a414ff1ad2c8c5" providerId="LiveId" clId="{DFD62CD7-C182-471F-AA51-D706BC598118}" dt="2026-09-26T12:40:34.542" v="232" actId="478"/>
          <ac:picMkLst>
            <pc:docMk/>
            <pc:sldMk cId="0" sldId="259"/>
            <ac:picMk id="21" creationId="{3B7FC725-B625-04CC-60AB-CCDA8FD9D4E1}"/>
          </ac:picMkLst>
        </pc:picChg>
        <pc:picChg chg="add mod modCrop">
          <ac:chgData name="Paras Singh" userId="58a414ff1ad2c8c5" providerId="LiveId" clId="{DFD62CD7-C182-471F-AA51-D706BC598118}" dt="2026-09-26T12:44:17.281" v="255" actId="14100"/>
          <ac:picMkLst>
            <pc:docMk/>
            <pc:sldMk cId="0" sldId="259"/>
            <ac:picMk id="23" creationId="{C5D5B4ED-6C6F-6E60-0600-CA68D862D97E}"/>
          </ac:picMkLst>
        </pc:picChg>
        <pc:picChg chg="add mod modCrop">
          <ac:chgData name="Paras Singh" userId="58a414ff1ad2c8c5" providerId="LiveId" clId="{DFD62CD7-C182-471F-AA51-D706BC598118}" dt="2026-09-26T12:44:21.048" v="256" actId="14100"/>
          <ac:picMkLst>
            <pc:docMk/>
            <pc:sldMk cId="0" sldId="259"/>
            <ac:picMk id="25" creationId="{119F8A59-A6FD-80A0-2348-2EF6B093950A}"/>
          </ac:picMkLst>
        </pc:picChg>
      </pc:sldChg>
      <pc:sldChg chg="modSp mod">
        <pc:chgData name="Paras Singh" userId="58a414ff1ad2c8c5" providerId="LiveId" clId="{DFD62CD7-C182-471F-AA51-D706BC598118}" dt="2026-09-26T11:58:06.781" v="50" actId="14100"/>
        <pc:sldMkLst>
          <pc:docMk/>
          <pc:sldMk cId="0" sldId="260"/>
        </pc:sldMkLst>
        <pc:spChg chg="mod">
          <ac:chgData name="Paras Singh" userId="58a414ff1ad2c8c5" providerId="LiveId" clId="{DFD62CD7-C182-471F-AA51-D706BC598118}" dt="2026-09-26T11:57:37.135" v="42" actId="14100"/>
          <ac:spMkLst>
            <pc:docMk/>
            <pc:sldMk cId="0" sldId="260"/>
            <ac:spMk id="7" creationId="{00000000-0000-0000-0000-000000000000}"/>
          </ac:spMkLst>
        </pc:spChg>
        <pc:spChg chg="mod">
          <ac:chgData name="Paras Singh" userId="58a414ff1ad2c8c5" providerId="LiveId" clId="{DFD62CD7-C182-471F-AA51-D706BC598118}" dt="2026-09-26T11:57:55.386" v="46" actId="14100"/>
          <ac:spMkLst>
            <pc:docMk/>
            <pc:sldMk cId="0" sldId="260"/>
            <ac:spMk id="10" creationId="{00000000-0000-0000-0000-000000000000}"/>
          </ac:spMkLst>
        </pc:spChg>
        <pc:spChg chg="mod">
          <ac:chgData name="Paras Singh" userId="58a414ff1ad2c8c5" providerId="LiveId" clId="{DFD62CD7-C182-471F-AA51-D706BC598118}" dt="2026-09-26T11:58:06.781" v="50" actId="14100"/>
          <ac:spMkLst>
            <pc:docMk/>
            <pc:sldMk cId="0" sldId="260"/>
            <ac:spMk id="13" creationId="{00000000-0000-0000-0000-000000000000}"/>
          </ac:spMkLst>
        </pc:spChg>
      </pc:sldChg>
      <pc:sldChg chg="modSp mod">
        <pc:chgData name="Paras Singh" userId="58a414ff1ad2c8c5" providerId="LiveId" clId="{DFD62CD7-C182-471F-AA51-D706BC598118}" dt="2026-09-26T11:58:34.035" v="54" actId="14100"/>
        <pc:sldMkLst>
          <pc:docMk/>
          <pc:sldMk cId="0" sldId="261"/>
        </pc:sldMkLst>
        <pc:spChg chg="mod">
          <ac:chgData name="Paras Singh" userId="58a414ff1ad2c8c5" providerId="LiveId" clId="{DFD62CD7-C182-471F-AA51-D706BC598118}" dt="2026-09-26T11:58:34.035" v="54" actId="14100"/>
          <ac:spMkLst>
            <pc:docMk/>
            <pc:sldMk cId="0" sldId="261"/>
            <ac:spMk id="7" creationId="{00000000-0000-0000-0000-000000000000}"/>
          </ac:spMkLst>
        </pc:spChg>
      </pc:sldChg>
      <pc:sldChg chg="modSp mod">
        <pc:chgData name="Paras Singh" userId="58a414ff1ad2c8c5" providerId="LiveId" clId="{DFD62CD7-C182-471F-AA51-D706BC598118}" dt="2026-09-26T12:51:15.716" v="264" actId="20577"/>
        <pc:sldMkLst>
          <pc:docMk/>
          <pc:sldMk cId="0" sldId="262"/>
        </pc:sldMkLst>
        <pc:spChg chg="mod">
          <ac:chgData name="Paras Singh" userId="58a414ff1ad2c8c5" providerId="LiveId" clId="{DFD62CD7-C182-471F-AA51-D706BC598118}" dt="2026-09-26T11:58:55.840" v="58" actId="14100"/>
          <ac:spMkLst>
            <pc:docMk/>
            <pc:sldMk cId="0" sldId="262"/>
            <ac:spMk id="7" creationId="{00000000-0000-0000-0000-000000000000}"/>
          </ac:spMkLst>
        </pc:spChg>
        <pc:spChg chg="mod">
          <ac:chgData name="Paras Singh" userId="58a414ff1ad2c8c5" providerId="LiveId" clId="{DFD62CD7-C182-471F-AA51-D706BC598118}" dt="2026-09-26T12:51:15.716" v="264" actId="20577"/>
          <ac:spMkLst>
            <pc:docMk/>
            <pc:sldMk cId="0" sldId="262"/>
            <ac:spMk id="8" creationId="{00000000-0000-0000-0000-000000000000}"/>
          </ac:spMkLst>
        </pc:spChg>
      </pc:sldChg>
      <pc:sldChg chg="addSp delSp modSp mod">
        <pc:chgData name="Paras Singh" userId="58a414ff1ad2c8c5" providerId="LiveId" clId="{DFD62CD7-C182-471F-AA51-D706BC598118}" dt="2026-09-26T12:45:27.423" v="262" actId="14100"/>
        <pc:sldMkLst>
          <pc:docMk/>
          <pc:sldMk cId="0" sldId="263"/>
        </pc:sldMkLst>
        <pc:spChg chg="mod">
          <ac:chgData name="Paras Singh" userId="58a414ff1ad2c8c5" providerId="LiveId" clId="{DFD62CD7-C182-471F-AA51-D706BC598118}" dt="2026-09-26T12:45:27.423" v="262" actId="14100"/>
          <ac:spMkLst>
            <pc:docMk/>
            <pc:sldMk cId="0" sldId="263"/>
            <ac:spMk id="6" creationId="{00000000-0000-0000-0000-000000000000}"/>
          </ac:spMkLst>
        </pc:spChg>
        <pc:spChg chg="del mod">
          <ac:chgData name="Paras Singh" userId="58a414ff1ad2c8c5" providerId="LiveId" clId="{DFD62CD7-C182-471F-AA51-D706BC598118}" dt="2026-09-26T12:02:52.756" v="93"/>
          <ac:spMkLst>
            <pc:docMk/>
            <pc:sldMk cId="0" sldId="263"/>
            <ac:spMk id="7" creationId="{00000000-0000-0000-0000-000000000000}"/>
          </ac:spMkLst>
        </pc:spChg>
        <pc:picChg chg="add mod">
          <ac:chgData name="Paras Singh" userId="58a414ff1ad2c8c5" providerId="LiveId" clId="{DFD62CD7-C182-471F-AA51-D706BC598118}" dt="2026-09-26T12:03:37.385" v="98" actId="1076"/>
          <ac:picMkLst>
            <pc:docMk/>
            <pc:sldMk cId="0" sldId="263"/>
            <ac:picMk id="9" creationId="{DD897CA6-80A1-7296-B98C-16951D62E3A5}"/>
          </ac:picMkLst>
        </pc:picChg>
      </pc:sldChg>
      <pc:sldChg chg="addSp delSp modSp mod">
        <pc:chgData name="Paras Singh" userId="58a414ff1ad2c8c5" providerId="LiveId" clId="{DFD62CD7-C182-471F-AA51-D706BC598118}" dt="2026-09-26T12:45:16.337" v="260" actId="14100"/>
        <pc:sldMkLst>
          <pc:docMk/>
          <pc:sldMk cId="0" sldId="264"/>
        </pc:sldMkLst>
        <pc:spChg chg="mod">
          <ac:chgData name="Paras Singh" userId="58a414ff1ad2c8c5" providerId="LiveId" clId="{DFD62CD7-C182-471F-AA51-D706BC598118}" dt="2026-09-26T12:45:16.337" v="260" actId="14100"/>
          <ac:spMkLst>
            <pc:docMk/>
            <pc:sldMk cId="0" sldId="264"/>
            <ac:spMk id="6" creationId="{00000000-0000-0000-0000-000000000000}"/>
          </ac:spMkLst>
        </pc:spChg>
        <pc:spChg chg="del mod">
          <ac:chgData name="Paras Singh" userId="58a414ff1ad2c8c5" providerId="LiveId" clId="{DFD62CD7-C182-471F-AA51-D706BC598118}" dt="2026-09-26T12:06:37.244" v="114"/>
          <ac:spMkLst>
            <pc:docMk/>
            <pc:sldMk cId="0" sldId="264"/>
            <ac:spMk id="7" creationId="{00000000-0000-0000-0000-000000000000}"/>
          </ac:spMkLst>
        </pc:spChg>
        <pc:picChg chg="add mod">
          <ac:chgData name="Paras Singh" userId="58a414ff1ad2c8c5" providerId="LiveId" clId="{DFD62CD7-C182-471F-AA51-D706BC598118}" dt="2026-09-26T12:06:08.813" v="107" actId="1076"/>
          <ac:picMkLst>
            <pc:docMk/>
            <pc:sldMk cId="0" sldId="264"/>
            <ac:picMk id="9" creationId="{983657D5-85FF-E7BA-147D-1F07574FDBD5}"/>
          </ac:picMkLst>
        </pc:picChg>
      </pc:sldChg>
      <pc:sldChg chg="addSp delSp modSp mod">
        <pc:chgData name="Paras Singh" userId="58a414ff1ad2c8c5" providerId="LiveId" clId="{DFD62CD7-C182-471F-AA51-D706BC598118}" dt="2026-09-26T12:44:59.746" v="258" actId="14100"/>
        <pc:sldMkLst>
          <pc:docMk/>
          <pc:sldMk cId="0" sldId="265"/>
        </pc:sldMkLst>
        <pc:spChg chg="mod">
          <ac:chgData name="Paras Singh" userId="58a414ff1ad2c8c5" providerId="LiveId" clId="{DFD62CD7-C182-471F-AA51-D706BC598118}" dt="2026-09-26T12:44:59.746" v="258" actId="14100"/>
          <ac:spMkLst>
            <pc:docMk/>
            <pc:sldMk cId="0" sldId="265"/>
            <ac:spMk id="6" creationId="{00000000-0000-0000-0000-000000000000}"/>
          </ac:spMkLst>
        </pc:spChg>
        <pc:spChg chg="del mod">
          <ac:chgData name="Paras Singh" userId="58a414ff1ad2c8c5" providerId="LiveId" clId="{DFD62CD7-C182-471F-AA51-D706BC598118}" dt="2026-09-26T12:08:02.342" v="123"/>
          <ac:spMkLst>
            <pc:docMk/>
            <pc:sldMk cId="0" sldId="265"/>
            <ac:spMk id="7" creationId="{00000000-0000-0000-0000-000000000000}"/>
          </ac:spMkLst>
        </pc:spChg>
        <pc:picChg chg="add mod">
          <ac:chgData name="Paras Singh" userId="58a414ff1ad2c8c5" providerId="LiveId" clId="{DFD62CD7-C182-471F-AA51-D706BC598118}" dt="2026-09-26T12:08:33.122" v="128" actId="1076"/>
          <ac:picMkLst>
            <pc:docMk/>
            <pc:sldMk cId="0" sldId="265"/>
            <ac:picMk id="9" creationId="{DC0CCB41-AEF3-5AB5-40B8-9FE6B84B8228}"/>
          </ac:picMkLst>
        </pc:picChg>
      </pc:sldChg>
      <pc:sldChg chg="modSp mod">
        <pc:chgData name="Paras Singh" userId="58a414ff1ad2c8c5" providerId="LiveId" clId="{DFD62CD7-C182-471F-AA51-D706BC598118}" dt="2026-09-26T11:59:49.406" v="66" actId="14100"/>
        <pc:sldMkLst>
          <pc:docMk/>
          <pc:sldMk cId="0" sldId="266"/>
        </pc:sldMkLst>
        <pc:spChg chg="mod">
          <ac:chgData name="Paras Singh" userId="58a414ff1ad2c8c5" providerId="LiveId" clId="{DFD62CD7-C182-471F-AA51-D706BC598118}" dt="2026-09-26T11:59:32.759" v="62" actId="14100"/>
          <ac:spMkLst>
            <pc:docMk/>
            <pc:sldMk cId="0" sldId="266"/>
            <ac:spMk id="7" creationId="{00000000-0000-0000-0000-000000000000}"/>
          </ac:spMkLst>
        </pc:spChg>
        <pc:spChg chg="mod">
          <ac:chgData name="Paras Singh" userId="58a414ff1ad2c8c5" providerId="LiveId" clId="{DFD62CD7-C182-471F-AA51-D706BC598118}" dt="2026-09-26T11:59:49.406" v="66" actId="14100"/>
          <ac:spMkLst>
            <pc:docMk/>
            <pc:sldMk cId="0" sldId="266"/>
            <ac:spMk id="10" creationId="{00000000-0000-0000-0000-000000000000}"/>
          </ac:spMkLst>
        </pc:spChg>
      </pc:sldChg>
      <pc:sldChg chg="modSp mod">
        <pc:chgData name="Paras Singh" userId="58a414ff1ad2c8c5" providerId="LiveId" clId="{DFD62CD7-C182-471F-AA51-D706BC598118}" dt="2026-09-26T12:00:54.462" v="84" actId="1038"/>
        <pc:sldMkLst>
          <pc:docMk/>
          <pc:sldMk cId="0" sldId="267"/>
        </pc:sldMkLst>
        <pc:spChg chg="mod">
          <ac:chgData name="Paras Singh" userId="58a414ff1ad2c8c5" providerId="LiveId" clId="{DFD62CD7-C182-471F-AA51-D706BC598118}" dt="2026-09-26T12:00:54.462" v="84" actId="1038"/>
          <ac:spMkLst>
            <pc:docMk/>
            <pc:sldMk cId="0" sldId="267"/>
            <ac:spMk id="3" creationId="{00000000-0000-0000-0000-000000000000}"/>
          </ac:spMkLst>
        </pc:spChg>
        <pc:spChg chg="mod">
          <ac:chgData name="Paras Singh" userId="58a414ff1ad2c8c5" providerId="LiveId" clId="{DFD62CD7-C182-471F-AA51-D706BC598118}" dt="2026-09-26T12:00:10.298" v="70" actId="14100"/>
          <ac:spMkLst>
            <pc:docMk/>
            <pc:sldMk cId="0" sldId="267"/>
            <ac:spMk id="5" creationId="{00000000-0000-0000-0000-000000000000}"/>
          </ac:spMkLst>
        </pc:spChg>
        <pc:spChg chg="mod">
          <ac:chgData name="Paras Singh" userId="58a414ff1ad2c8c5" providerId="LiveId" clId="{DFD62CD7-C182-471F-AA51-D706BC598118}" dt="2026-09-26T12:00:21.506" v="74" actId="14100"/>
          <ac:spMkLst>
            <pc:docMk/>
            <pc:sldMk cId="0" sldId="267"/>
            <ac:spMk id="8" creationId="{00000000-0000-0000-0000-000000000000}"/>
          </ac:spMkLst>
        </pc:spChg>
        <pc:spChg chg="mod">
          <ac:chgData name="Paras Singh" userId="58a414ff1ad2c8c5" providerId="LiveId" clId="{DFD62CD7-C182-471F-AA51-D706BC598118}" dt="2026-09-26T12:00:36.530" v="78" actId="14100"/>
          <ac:spMkLst>
            <pc:docMk/>
            <pc:sldMk cId="0" sldId="267"/>
            <ac:spMk id="11" creationId="{00000000-0000-0000-0000-000000000000}"/>
          </ac:spMkLst>
        </pc:spChg>
        <pc:spChg chg="mod">
          <ac:chgData name="Paras Singh" userId="58a414ff1ad2c8c5" providerId="LiveId" clId="{DFD62CD7-C182-471F-AA51-D706BC598118}" dt="2026-09-26T12:00:50.606" v="82" actId="14100"/>
          <ac:spMkLst>
            <pc:docMk/>
            <pc:sldMk cId="0" sldId="267"/>
            <ac:spMk id="1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rics_log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228" y="617220"/>
            <a:ext cx="5120640" cy="5623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" y="2245271"/>
            <a:ext cx="8595360" cy="2385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285F4"/>
                </a:solidFill>
                <a:latin typeface="Arial"/>
              </a:defRPr>
            </a:pPr>
            <a:r>
              <a:rPr dirty="0"/>
              <a:t>Build with AI: Code for Communities</a:t>
            </a:r>
          </a:p>
          <a:p>
            <a:pPr algn="ctr">
              <a:spcBef>
                <a:spcPts val="1000"/>
              </a:spcBef>
              <a:defRPr sz="5200" b="1">
                <a:solidFill>
                  <a:srgbClr val="202124"/>
                </a:solidFill>
                <a:latin typeface="Arial"/>
              </a:defRPr>
            </a:pPr>
            <a:r>
              <a:rPr dirty="0" err="1"/>
              <a:t>CivicPulse</a:t>
            </a:r>
            <a:r>
              <a:rPr dirty="0"/>
              <a:t>-BRICS</a:t>
            </a:r>
          </a:p>
          <a:p>
            <a:pPr algn="ctr">
              <a:spcBef>
                <a:spcPts val="1400"/>
              </a:spcBef>
              <a:defRPr sz="2000">
                <a:solidFill>
                  <a:srgbClr val="5F6368"/>
                </a:solidFill>
                <a:latin typeface="Arial"/>
              </a:defRPr>
            </a:pPr>
            <a:r>
              <a:rPr dirty="0"/>
              <a:t>AI-Powered Infrastructure Governance &amp; Citizen Triage</a:t>
            </a:r>
          </a:p>
          <a:p>
            <a:pPr algn="ctr">
              <a:spcBef>
                <a:spcPts val="3000"/>
              </a:spcBef>
              <a:defRPr sz="1600" b="1">
                <a:solidFill>
                  <a:srgbClr val="34A853"/>
                </a:solidFill>
                <a:latin typeface="Arial"/>
              </a:defRPr>
            </a:pPr>
            <a:r>
              <a:rPr dirty="0"/>
              <a:t>By Team Syntax Error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41E5EC-1692-8B6C-72A2-CDA95EC2F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130386"/>
            <a:ext cx="3396342" cy="21189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B629C2-0A9F-E1C6-B5E3-E98E71A338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2358358"/>
            <a:ext cx="3396342" cy="21224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119F55-27C2-DEEE-0C73-AC6232BDBF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4605122"/>
            <a:ext cx="3396342" cy="21224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rics_log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527" y="617220"/>
            <a:ext cx="5120640" cy="56235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rial"/>
              </a:defRPr>
            </a:pPr>
            <a:r>
              <a:t>The Problem</a:t>
            </a:r>
          </a:p>
          <a:p>
            <a:pPr>
              <a:spcBef>
                <a:spcPts val="400"/>
              </a:spcBef>
              <a:defRPr sz="1400">
                <a:solidFill>
                  <a:srgbClr val="4285F4"/>
                </a:solidFill>
                <a:latin typeface="Arial"/>
              </a:defRPr>
            </a:pPr>
            <a:r>
              <a:t>Fragmented feedback &amp; blind spots in municipal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F6368"/>
                </a:solidFill>
                <a:latin typeface="Arial"/>
              </a:defRPr>
            </a:pPr>
            <a:r>
              <a:t>02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828800"/>
            <a:ext cx="43891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71600" y="2082800"/>
            <a:ext cx="137160" cy="13462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45920" y="201168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rial"/>
              </a:defRPr>
            </a:pPr>
            <a:r>
              <a:t>Fragmented Citizen Reporting</a:t>
            </a:r>
          </a:p>
          <a:p>
            <a:pPr>
              <a:spcBef>
                <a:spcPts val="800"/>
              </a:spcBef>
              <a:defRPr sz="1200">
                <a:solidFill>
                  <a:srgbClr val="5F6368"/>
                </a:solidFill>
                <a:latin typeface="Arial"/>
              </a:defRPr>
            </a:pPr>
            <a:r>
              <a:t>Citizens have no unified, multilingual platform to report broken infrastructure (potholes, water lines). Reports get lost in bureaucracy.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43891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798" y="2082800"/>
            <a:ext cx="137161" cy="134620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201168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rial"/>
              </a:defRPr>
            </a:pPr>
            <a:r>
              <a:t>Manual Triage Bottlenecks</a:t>
            </a:r>
          </a:p>
          <a:p>
            <a:pPr>
              <a:spcBef>
                <a:spcPts val="800"/>
              </a:spcBef>
              <a:defRPr sz="1200">
                <a:solidFill>
                  <a:srgbClr val="5F6368"/>
                </a:solidFill>
                <a:latin typeface="Arial"/>
              </a:defRPr>
            </a:pPr>
            <a:r>
              <a:t>City planners receive unstructured text and unverified photos, lacking the resources to accurately prioritize critical hazards.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4114800"/>
            <a:ext cx="43891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371600" y="4368800"/>
            <a:ext cx="137160" cy="13462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645920" y="429768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rial"/>
              </a:defRPr>
            </a:pPr>
            <a:r>
              <a:t>Misaligned Capital Spending</a:t>
            </a:r>
          </a:p>
          <a:p>
            <a:pPr>
              <a:spcBef>
                <a:spcPts val="800"/>
              </a:spcBef>
              <a:defRPr sz="1200">
                <a:solidFill>
                  <a:srgbClr val="5F6368"/>
                </a:solidFill>
                <a:latin typeface="Arial"/>
              </a:defRPr>
            </a:pPr>
            <a:r>
              <a:t>Budgets are allocated without correlating real-time citizen demand, leading to neglected hotspots and inefficient resource use.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114800"/>
            <a:ext cx="43891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798" y="4368800"/>
            <a:ext cx="137162" cy="13462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0" y="429768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rial"/>
              </a:defRPr>
            </a:pPr>
            <a:r>
              <a:t>Language &amp; Accessibility Barriers</a:t>
            </a:r>
          </a:p>
          <a:p>
            <a:pPr>
              <a:spcBef>
                <a:spcPts val="800"/>
              </a:spcBef>
              <a:defRPr sz="1200">
                <a:solidFill>
                  <a:srgbClr val="5F6368"/>
                </a:solidFill>
                <a:latin typeface="Arial"/>
              </a:defRPr>
            </a:pPr>
            <a:r>
              <a:t>Diverse populations in BRICS nations are excluded from participatory budgeting due to language barriers and complex apps.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rics_log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527" y="617220"/>
            <a:ext cx="5120640" cy="56235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rial"/>
              </a:defRPr>
            </a:pPr>
            <a:r>
              <a:t>The Solution: CivicPulse-BRICS</a:t>
            </a:r>
          </a:p>
          <a:p>
            <a:pPr>
              <a:spcBef>
                <a:spcPts val="400"/>
              </a:spcBef>
              <a:defRPr sz="1400">
                <a:solidFill>
                  <a:srgbClr val="4285F4"/>
                </a:solidFill>
                <a:latin typeface="Arial"/>
              </a:defRPr>
            </a:pPr>
            <a:r>
              <a:t>A sovereign Digital Public Good for infrastructure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F6368"/>
                </a:solidFill>
                <a:latin typeface="Arial"/>
              </a:defRPr>
            </a:pPr>
            <a:r>
              <a:t>03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286000"/>
            <a:ext cx="3200400" cy="3698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" y="2768600"/>
            <a:ext cx="137160" cy="2192867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2468880"/>
            <a:ext cx="27432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rial"/>
              </a:defRPr>
            </a:pPr>
            <a:r>
              <a:rPr dirty="0"/>
              <a:t>1. Multimodal Citizen App</a:t>
            </a:r>
          </a:p>
          <a:p>
            <a:pPr>
              <a:spcBef>
                <a:spcPts val="800"/>
              </a:spcBef>
              <a:defRPr sz="1200">
                <a:solidFill>
                  <a:srgbClr val="5F6368"/>
                </a:solidFill>
                <a:latin typeface="Arial"/>
              </a:defRPr>
            </a:pPr>
            <a:r>
              <a:rPr dirty="0"/>
              <a:t>Citizens can report issues using photos, voice notes, and GPS. Community demands can be upvoted for participatory budgeting.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286000"/>
            <a:ext cx="3200400" cy="3698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60" y="2768600"/>
            <a:ext cx="137160" cy="2192867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27432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rial"/>
              </a:defRPr>
            </a:pPr>
            <a:r>
              <a:t>2. AI Defect Triage</a:t>
            </a:r>
          </a:p>
          <a:p>
            <a:pPr>
              <a:spcBef>
                <a:spcPts val="800"/>
              </a:spcBef>
              <a:defRPr sz="1200">
                <a:solidFill>
                  <a:srgbClr val="5F6368"/>
                </a:solidFill>
                <a:latin typeface="Arial"/>
              </a:defRPr>
            </a:pPr>
            <a:r>
              <a:t>Our backend instantly analyzes uploaded photos and voice notes using AI to assess severity, defect type, and structural hazard.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286000"/>
            <a:ext cx="3200400" cy="3698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46720" y="2768600"/>
            <a:ext cx="137160" cy="2192867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2468880"/>
            <a:ext cx="27432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rial"/>
              </a:defRPr>
            </a:pPr>
            <a:r>
              <a:t>3. Official Command Center</a:t>
            </a:r>
          </a:p>
          <a:p>
            <a:pPr>
              <a:spcBef>
                <a:spcPts val="800"/>
              </a:spcBef>
              <a:defRPr sz="1200">
                <a:solidFill>
                  <a:srgbClr val="5F6368"/>
                </a:solidFill>
                <a:latin typeface="Arial"/>
              </a:defRPr>
            </a:pPr>
            <a:r>
              <a:t>Provides city officials with an auto-prioritized repair queue, GIS heatmaps, and a CapEx budget misalignment matrix.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04131FE-FCCD-1C10-E62F-BE522063AA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3467" y="3865033"/>
            <a:ext cx="2878346" cy="179577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174CD23-22F3-57A6-3035-874EF8CA82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478" y="3863304"/>
            <a:ext cx="2878346" cy="179877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B17D39B-7750-269C-E354-AFDC45A7CC1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083" t="76719" r="65785" b="-1873"/>
          <a:stretch>
            <a:fillRect/>
          </a:stretch>
        </p:blipFill>
        <p:spPr>
          <a:xfrm>
            <a:off x="4739907" y="3863304"/>
            <a:ext cx="2743200" cy="86148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07E5F78-299F-3E21-EA01-CDFB361241F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6720" b="83081"/>
          <a:stretch>
            <a:fillRect/>
          </a:stretch>
        </p:blipFill>
        <p:spPr>
          <a:xfrm>
            <a:off x="4754880" y="4830233"/>
            <a:ext cx="2713254" cy="60155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rics_log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527" y="617220"/>
            <a:ext cx="5120640" cy="56235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rial"/>
              </a:defRPr>
            </a:pPr>
            <a:r>
              <a:t>Our AI Approach (Google Gemini)</a:t>
            </a:r>
          </a:p>
          <a:p>
            <a:pPr>
              <a:spcBef>
                <a:spcPts val="400"/>
              </a:spcBef>
              <a:defRPr sz="1400">
                <a:solidFill>
                  <a:srgbClr val="4285F4"/>
                </a:solidFill>
                <a:latin typeface="Arial"/>
              </a:defRPr>
            </a:pPr>
            <a:r>
              <a:t>How we process unstructured citizen petitions into actionable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F6368"/>
                </a:solidFill>
                <a:latin typeface="Arial"/>
              </a:defRPr>
            </a:pPr>
            <a:r>
              <a:t>04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828800"/>
            <a:ext cx="1032256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71600" y="2074333"/>
            <a:ext cx="137160" cy="121750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45920" y="2011680"/>
            <a:ext cx="5711249" cy="99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rial"/>
              </a:defRPr>
            </a:pPr>
            <a:r>
              <a:t>Gemini Vision: Infrastructure Defect Analysis</a:t>
            </a:r>
          </a:p>
          <a:p>
            <a:pPr>
              <a:spcBef>
                <a:spcPts val="800"/>
              </a:spcBef>
              <a:defRPr sz="1200">
                <a:solidFill>
                  <a:srgbClr val="5F6368"/>
                </a:solidFill>
                <a:latin typeface="Arial"/>
              </a:defRPr>
            </a:pPr>
            <a:r>
              <a:t>When a citizen uploads a photo of broken infrastructure, we prompt Google Gemini to analyze the image. It returns a structured JSON assessing the defect category, severity score (1-10), and potential public risk.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3840480"/>
            <a:ext cx="94183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371600" y="4023360"/>
            <a:ext cx="137160" cy="121750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45920" y="4023360"/>
            <a:ext cx="5821680" cy="99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rial"/>
              </a:defRPr>
            </a:pPr>
            <a:r>
              <a:rPr dirty="0"/>
              <a:t>Gemini Text: Multilingual Translation &amp; Policy Generation</a:t>
            </a:r>
          </a:p>
          <a:p>
            <a:pPr>
              <a:spcBef>
                <a:spcPts val="800"/>
              </a:spcBef>
              <a:defRPr sz="1200">
                <a:solidFill>
                  <a:srgbClr val="5F6368"/>
                </a:solidFill>
                <a:latin typeface="Arial"/>
              </a:defRPr>
            </a:pPr>
            <a:r>
              <a:rPr dirty="0"/>
              <a:t>We use AI to transcribe and translate local dialects into standard English for officials. Gemini is also used to generate strategic 'Mega Plans' by analyzing aggregated complaint data against municipal budgets.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52E10C4-3477-CC09-3447-3720FF02E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7169" y="3847482"/>
            <a:ext cx="1177307" cy="165649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76A08B0-7B6E-E0E6-CD3C-375F944104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7127" y="3847482"/>
            <a:ext cx="1280160" cy="165194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5D5B4ED-6C6F-6E60-0600-CA68D862D97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083" t="76719" r="65785" b="-1873"/>
          <a:stretch>
            <a:fillRect/>
          </a:stretch>
        </p:blipFill>
        <p:spPr>
          <a:xfrm>
            <a:off x="7237048" y="2613236"/>
            <a:ext cx="3095672" cy="86148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19F8A59-A6FD-80A0-2348-2EF6B093950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6720" b="83081"/>
          <a:stretch>
            <a:fillRect/>
          </a:stretch>
        </p:blipFill>
        <p:spPr>
          <a:xfrm>
            <a:off x="7237048" y="1907695"/>
            <a:ext cx="3095672" cy="6015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rics_log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527" y="617220"/>
            <a:ext cx="5120640" cy="56235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rial"/>
              </a:defRPr>
            </a:pPr>
            <a:r>
              <a:t>Who It Serves</a:t>
            </a:r>
          </a:p>
          <a:p>
            <a:pPr>
              <a:spcBef>
                <a:spcPts val="400"/>
              </a:spcBef>
              <a:defRPr sz="1400">
                <a:solidFill>
                  <a:srgbClr val="4285F4"/>
                </a:solidFill>
                <a:latin typeface="Arial"/>
              </a:defRPr>
            </a:pPr>
            <a:r>
              <a:t>Designed for the entire civic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F6368"/>
                </a:solidFill>
                <a:latin typeface="Arial"/>
              </a:defRPr>
            </a:pPr>
            <a:r>
              <a:t>05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286000"/>
            <a:ext cx="32004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" y="2651760"/>
            <a:ext cx="137160" cy="2013373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2468880"/>
            <a:ext cx="2743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rial"/>
              </a:defRPr>
            </a:pPr>
            <a:r>
              <a:t>Citizens</a:t>
            </a:r>
          </a:p>
          <a:p>
            <a:pPr>
              <a:spcBef>
                <a:spcPts val="800"/>
              </a:spcBef>
              <a:defRPr sz="1200">
                <a:solidFill>
                  <a:srgbClr val="5F6368"/>
                </a:solidFill>
                <a:latin typeface="Arial"/>
              </a:defRPr>
            </a:pPr>
            <a:r>
              <a:t>Empowers locals to report public infrastructure issues seamlessly in their native language and upvote community demands.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286000"/>
            <a:ext cx="32004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60" y="2651760"/>
            <a:ext cx="137160" cy="2013373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2743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rial"/>
              </a:defRPr>
            </a:pPr>
            <a:r>
              <a:t>Municipal Crews</a:t>
            </a:r>
          </a:p>
          <a:p>
            <a:pPr>
              <a:spcBef>
                <a:spcPts val="800"/>
              </a:spcBef>
              <a:defRPr sz="1200">
                <a:solidFill>
                  <a:srgbClr val="5F6368"/>
                </a:solidFill>
                <a:latin typeface="Arial"/>
              </a:defRPr>
            </a:pPr>
            <a:r>
              <a:t>Provides field teams with a prioritized, severity-ranked repair queue and direct Google Maps routing to incidents.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286000"/>
            <a:ext cx="32004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46720" y="2651760"/>
            <a:ext cx="137160" cy="2013373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2468880"/>
            <a:ext cx="2743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rial"/>
              </a:defRPr>
            </a:pPr>
            <a:r>
              <a:t>National Policymakers</a:t>
            </a:r>
          </a:p>
          <a:p>
            <a:pPr>
              <a:spcBef>
                <a:spcPts val="800"/>
              </a:spcBef>
              <a:defRPr sz="1200">
                <a:solidFill>
                  <a:srgbClr val="5F6368"/>
                </a:solidFill>
                <a:latin typeface="Arial"/>
              </a:defRPr>
            </a:pPr>
            <a:r>
              <a:t>Grants macro-level visibility into regional CapEx budget misalignment and generates high-level infrastructure investment directives.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rics_log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527" y="617220"/>
            <a:ext cx="5120640" cy="56235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rial"/>
              </a:defRPr>
            </a:pPr>
            <a:r>
              <a:t>App Feature: Citizen Gateway</a:t>
            </a:r>
          </a:p>
          <a:p>
            <a:pPr>
              <a:spcBef>
                <a:spcPts val="400"/>
              </a:spcBef>
              <a:defRPr sz="1400">
                <a:solidFill>
                  <a:srgbClr val="4285F4"/>
                </a:solidFill>
                <a:latin typeface="Arial"/>
              </a:defRPr>
            </a:pPr>
            <a:r>
              <a:t>What we built for the public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F6368"/>
                </a:solidFill>
                <a:latin typeface="Arial"/>
              </a:defRPr>
            </a:pPr>
            <a:r>
              <a:t>06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828800"/>
            <a:ext cx="941832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71600" y="2377440"/>
            <a:ext cx="137160" cy="24993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45920" y="2011680"/>
            <a:ext cx="8961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rial"/>
              </a:defRPr>
            </a:pPr>
            <a:r>
              <a:t>Implemented Citizen Portal Features:</a:t>
            </a:r>
          </a:p>
          <a:p>
            <a:pPr>
              <a:spcBef>
                <a:spcPts val="800"/>
              </a:spcBef>
              <a:defRPr sz="1200">
                <a:solidFill>
                  <a:srgbClr val="5F6368"/>
                </a:solidFill>
                <a:latin typeface="Arial"/>
              </a:defRPr>
            </a:pPr>
            <a:r>
              <a:t>• GPS Auto-Detection: Instantly captures the precise location of the reported issue.</a:t>
            </a:r>
            <a:br/>
            <a:r>
              <a:t>• Multimodal Uploads: Citizens can upload photos of the defect and provide descriptions.</a:t>
            </a:r>
            <a:br/>
            <a:r>
              <a:t>• Community Demands Wall: A dedicated tab where citizens can propose and upvote macro-projects (e.g., new flyovers).</a:t>
            </a:r>
            <a:br/>
            <a:r>
              <a:t>• Live Tracking: A tracking hub to see if their submitted complaint is 'Under Review' or 'En Route'.</a:t>
            </a:r>
            <a:br/>
            <a:r>
              <a:t>• Themed UI: Fully responsive interface that works flawlessly on mobile devices.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rics_log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527" y="617220"/>
            <a:ext cx="5120640" cy="56235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rial"/>
              </a:defRPr>
            </a:pPr>
            <a:r>
              <a:t>App Feature: City Official Command Center</a:t>
            </a:r>
          </a:p>
          <a:p>
            <a:pPr>
              <a:spcBef>
                <a:spcPts val="400"/>
              </a:spcBef>
              <a:defRPr sz="1400">
                <a:solidFill>
                  <a:srgbClr val="4285F4"/>
                </a:solidFill>
                <a:latin typeface="Arial"/>
              </a:defRPr>
            </a:pPr>
            <a:r>
              <a:t>What we built for government administrators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F6368"/>
                </a:solidFill>
                <a:latin typeface="Arial"/>
              </a:defRPr>
            </a:pPr>
            <a:r>
              <a:t>07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828800"/>
            <a:ext cx="941832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71600" y="2377440"/>
            <a:ext cx="137160" cy="25247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45920" y="2011680"/>
            <a:ext cx="8961120" cy="1179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rial"/>
              </a:defRPr>
            </a:pPr>
            <a:r>
              <a:rPr dirty="0"/>
              <a:t>Implemented City Planner Features:</a:t>
            </a:r>
          </a:p>
          <a:p>
            <a:pPr>
              <a:spcBef>
                <a:spcPts val="800"/>
              </a:spcBef>
              <a:defRPr sz="1200">
                <a:solidFill>
                  <a:srgbClr val="5F6368"/>
                </a:solidFill>
                <a:latin typeface="Arial"/>
              </a:defRPr>
            </a:pPr>
            <a:r>
              <a:rPr dirty="0"/>
              <a:t>• Live Repair Queue: Automatically ingests citizen complaints and displays them with AI-assigned severity ratings.</a:t>
            </a:r>
            <a:br>
              <a:rPr dirty="0"/>
            </a:br>
            <a:r>
              <a:rPr dirty="0"/>
              <a:t>• </a:t>
            </a:r>
            <a:r>
              <a:rPr dirty="0" err="1"/>
              <a:t>CapEx</a:t>
            </a:r>
            <a:r>
              <a:rPr dirty="0"/>
              <a:t> Misalignment Matrix: A data table cross-referencing citizen demand volumes against planned municipal budgets.</a:t>
            </a:r>
            <a:br>
              <a:rPr dirty="0"/>
            </a:br>
            <a:r>
              <a:rPr dirty="0"/>
              <a:t>• GIS Map Integration: Leaflet.js map integration for plotting incident coordinates.</a:t>
            </a:r>
            <a:br>
              <a:rPr dirty="0"/>
            </a:br>
            <a:r>
              <a:rPr dirty="0"/>
              <a:t>• Node Federation: Ability to toggle perspectives between different BRICS nations (India, Brazil, SA).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rics_log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527" y="617220"/>
            <a:ext cx="5120640" cy="56235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rial"/>
              </a:defRPr>
            </a:pPr>
            <a:r>
              <a:t>Demo: Citizen Gateway</a:t>
            </a:r>
          </a:p>
          <a:p>
            <a:pPr>
              <a:spcBef>
                <a:spcPts val="400"/>
              </a:spcBef>
              <a:defRPr sz="1400">
                <a:solidFill>
                  <a:srgbClr val="4285F4"/>
                </a:solidFill>
                <a:latin typeface="Arial"/>
              </a:defRPr>
            </a:pPr>
            <a:r>
              <a:t>Screenshot of the Multimodal Citizen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F6368"/>
                </a:solidFill>
                <a:latin typeface="Arial"/>
              </a:defRPr>
            </a:pPr>
            <a:r>
              <a:t>08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5360" y="1371600"/>
            <a:ext cx="7620000" cy="512064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D897CA6-80A1-7296-B98C-16951D62E3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8474" y="1868206"/>
            <a:ext cx="6604572" cy="41274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rics_log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527" y="617220"/>
            <a:ext cx="5120640" cy="56235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rial"/>
              </a:defRPr>
            </a:pPr>
            <a:r>
              <a:t>Demo: City Official Command Center</a:t>
            </a:r>
          </a:p>
          <a:p>
            <a:pPr>
              <a:spcBef>
                <a:spcPts val="400"/>
              </a:spcBef>
              <a:defRPr sz="1400">
                <a:solidFill>
                  <a:srgbClr val="4285F4"/>
                </a:solidFill>
                <a:latin typeface="Arial"/>
              </a:defRPr>
            </a:pPr>
            <a:r>
              <a:t>Screenshot of the AI Repair Queue &amp; GIS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F6368"/>
                </a:solidFill>
                <a:latin typeface="Arial"/>
              </a:defRPr>
            </a:pPr>
            <a:r>
              <a:t>09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46960" y="1371600"/>
            <a:ext cx="7579360" cy="502920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83657D5-85FF-E7BA-147D-1F07574FDB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0355" y="1831542"/>
            <a:ext cx="6590983" cy="411205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rics_log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527" y="617220"/>
            <a:ext cx="5120640" cy="56235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rial"/>
              </a:defRPr>
            </a:pPr>
            <a:r>
              <a:t>Demo: Sovereign Node Federation</a:t>
            </a:r>
          </a:p>
          <a:p>
            <a:pPr>
              <a:spcBef>
                <a:spcPts val="400"/>
              </a:spcBef>
              <a:defRPr sz="1400">
                <a:solidFill>
                  <a:srgbClr val="4285F4"/>
                </a:solidFill>
                <a:latin typeface="Arial"/>
              </a:defRPr>
            </a:pPr>
            <a:r>
              <a:t>Screenshot of Multi-Nation CapEx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F6368"/>
                </a:solidFill>
                <a:latin typeface="Arial"/>
              </a:defRPr>
            </a:pPr>
            <a:r>
              <a:t>10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87600" y="1463040"/>
            <a:ext cx="7396480" cy="491744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0CCB41-AEF3-5AB5-40B8-9FE6B84B8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6517" y="1863090"/>
            <a:ext cx="6584366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rics_log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527" y="617220"/>
            <a:ext cx="5120640" cy="56235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rial"/>
              </a:defRPr>
            </a:pPr>
            <a:r>
              <a:t>Deployability &amp; How It Scales Across India</a:t>
            </a:r>
          </a:p>
          <a:p>
            <a:pPr>
              <a:spcBef>
                <a:spcPts val="400"/>
              </a:spcBef>
              <a:defRPr sz="1400">
                <a:solidFill>
                  <a:srgbClr val="4285F4"/>
                </a:solidFill>
                <a:latin typeface="Arial"/>
              </a:defRPr>
            </a:pPr>
            <a:r>
              <a:t>Ready for real-world municipal adoption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F6368"/>
                </a:solidFill>
                <a:latin typeface="Arial"/>
              </a:defRPr>
            </a:pPr>
            <a:r>
              <a:t>11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828800"/>
            <a:ext cx="438912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71600" y="2387600"/>
            <a:ext cx="137160" cy="2523067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45920" y="2011680"/>
            <a:ext cx="3931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rial"/>
              </a:defRPr>
            </a:pPr>
            <a:r>
              <a:t>Technical Foundation</a:t>
            </a:r>
          </a:p>
          <a:p>
            <a:pPr>
              <a:spcBef>
                <a:spcPts val="800"/>
              </a:spcBef>
              <a:defRPr sz="1200">
                <a:solidFill>
                  <a:srgbClr val="5F6368"/>
                </a:solidFill>
                <a:latin typeface="Arial"/>
              </a:defRPr>
            </a:pPr>
            <a:r>
              <a:t>• Zero-Setup Backend: Built on standard Python with a lightweight SQLite database, requiring no complex infrastructure to run.</a:t>
            </a:r>
            <a:br/>
            <a:r>
              <a:t>• Container Ready: Includes a Dockerfile and cloudbuild.yaml for 1-click deployment to Google Cloud Run.</a:t>
            </a:r>
            <a:br/>
            <a:r>
              <a:t>• API-First: Designed with standard webhook endpoints to easily integrate with WhatsApp/Telegram bots in the future.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438912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0" y="2387600"/>
            <a:ext cx="137160" cy="2523067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2011680"/>
            <a:ext cx="3931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rial"/>
              </a:defRPr>
            </a:pPr>
            <a:r>
              <a:t>Scaling Across India</a:t>
            </a:r>
          </a:p>
          <a:p>
            <a:pPr>
              <a:spcBef>
                <a:spcPts val="800"/>
              </a:spcBef>
              <a:defRPr sz="1200">
                <a:solidFill>
                  <a:srgbClr val="5F6368"/>
                </a:solidFill>
                <a:latin typeface="Arial"/>
              </a:defRPr>
            </a:pPr>
            <a:r>
              <a:t>• Localized Deployment: Any municipality can spin up their own 'node' of the system.</a:t>
            </a:r>
            <a:br/>
            <a:r>
              <a:t>• Low Latency AI: Uses Gemini Flash for instant triage of thousands of daily complaints.</a:t>
            </a:r>
            <a:br/>
            <a:r>
              <a:t>• Open Digital Public Good: Adheres to DPG principles, ensuring transparent data schemas that integrate with data.gov.in.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rics_log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527" y="617220"/>
            <a:ext cx="5120640" cy="5623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285F4"/>
                </a:solidFill>
                <a:latin typeface="Arial"/>
              </a:defRPr>
            </a:pPr>
            <a:r>
              <a:t>Thank You!</a:t>
            </a:r>
          </a:p>
          <a:p>
            <a:pPr algn="ctr">
              <a:spcBef>
                <a:spcPts val="1000"/>
              </a:spcBef>
              <a:defRPr sz="2400" b="1">
                <a:solidFill>
                  <a:srgbClr val="202124"/>
                </a:solidFill>
                <a:latin typeface="Arial"/>
              </a:defRPr>
            </a:pPr>
            <a:r>
              <a:t>Team Syntax Error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474720"/>
            <a:ext cx="25603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3840478"/>
            <a:ext cx="137160" cy="1832189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3657600"/>
            <a:ext cx="2103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rial"/>
              </a:defRPr>
            </a:pPr>
            <a:r>
              <a:t>Paras Singh</a:t>
            </a:r>
          </a:p>
          <a:p>
            <a:pPr>
              <a:spcBef>
                <a:spcPts val="800"/>
              </a:spcBef>
              <a:defRPr sz="1200">
                <a:solidFill>
                  <a:srgbClr val="5F6368"/>
                </a:solidFill>
                <a:latin typeface="Arial"/>
              </a:defRPr>
            </a:pPr>
            <a:r>
              <a:t>Team Lead &amp; Full-Stack</a:t>
            </a:r>
            <a:br/>
            <a:br/>
            <a:r>
              <a:t>Project concept, AI system design, and core platform development.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3474720"/>
            <a:ext cx="25603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474720" y="3840478"/>
            <a:ext cx="137160" cy="1832189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49040" y="3657600"/>
            <a:ext cx="2103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rial"/>
              </a:defRPr>
            </a:pPr>
            <a:r>
              <a:t>Aradhara Pal</a:t>
            </a:r>
          </a:p>
          <a:p>
            <a:pPr>
              <a:spcBef>
                <a:spcPts val="800"/>
              </a:spcBef>
              <a:defRPr sz="1200">
                <a:solidFill>
                  <a:srgbClr val="5F6368"/>
                </a:solidFill>
                <a:latin typeface="Arial"/>
              </a:defRPr>
            </a:pPr>
            <a:r>
              <a:t>Frontend &amp; UI/UX Designer</a:t>
            </a:r>
            <a:br/>
            <a:br/>
            <a:r>
              <a:t>Designed website layouts, mobile screens, and dashboards.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474720"/>
            <a:ext cx="25603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3840478"/>
            <a:ext cx="137160" cy="1832189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3657600"/>
            <a:ext cx="2103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rial"/>
              </a:defRPr>
            </a:pPr>
            <a:r>
              <a:t>Anshika Anand</a:t>
            </a:r>
          </a:p>
          <a:p>
            <a:pPr>
              <a:spcBef>
                <a:spcPts val="800"/>
              </a:spcBef>
              <a:defRPr sz="1200">
                <a:solidFill>
                  <a:srgbClr val="5F6368"/>
                </a:solidFill>
                <a:latin typeface="Arial"/>
              </a:defRPr>
            </a:pPr>
            <a:r>
              <a:t>Backend Developer</a:t>
            </a:r>
            <a:br/>
            <a:br/>
            <a:r>
              <a:t>Set up the server, database integration, and Render hosting.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3474720"/>
            <a:ext cx="25603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961120" y="3840478"/>
            <a:ext cx="137160" cy="1832189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35440" y="3657600"/>
            <a:ext cx="2103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rial"/>
              </a:defRPr>
            </a:pPr>
            <a:r>
              <a:t>Himanshi</a:t>
            </a:r>
          </a:p>
          <a:p>
            <a:pPr>
              <a:spcBef>
                <a:spcPts val="800"/>
              </a:spcBef>
              <a:defRPr sz="1200">
                <a:solidFill>
                  <a:srgbClr val="5F6368"/>
                </a:solidFill>
                <a:latin typeface="Arial"/>
              </a:defRPr>
            </a:pPr>
            <a:r>
              <a:t>Product Research &amp; Testing</a:t>
            </a:r>
            <a:br/>
            <a:br/>
            <a:r>
              <a:t>Researched city budget data, tested user workflows, and documentation.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858</Words>
  <Application>Microsoft Office PowerPoint</Application>
  <PresentationFormat>Widescreen</PresentationFormat>
  <Paragraphs>76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Paras Singh</cp:lastModifiedBy>
  <cp:revision>1</cp:revision>
  <dcterms:created xsi:type="dcterms:W3CDTF">2013-01-27T09:14:16Z</dcterms:created>
  <dcterms:modified xsi:type="dcterms:W3CDTF">2026-09-26T12:51:25Z</dcterms:modified>
  <cp:category/>
</cp:coreProperties>
</file>